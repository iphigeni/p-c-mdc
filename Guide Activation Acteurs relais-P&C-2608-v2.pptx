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5" r:id="rId2"/>
    <p:sldId id="270" r:id="rId3"/>
    <p:sldId id="267" r:id="rId4"/>
    <p:sldId id="268" r:id="rId5"/>
    <p:sldId id="26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FD8AF-D587-4229-9250-6C058653B7A4}" v="71" dt="2026-09-04T12:28:00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8" d="100"/>
          <a:sy n="58" d="100"/>
        </p:scale>
        <p:origin x="1302" y="8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rre Francois ITEL" userId="ca57bf8c-dba7-4c63-8cdc-2c9a9977754e" providerId="ADAL" clId="{D7F67992-ED55-4CF7-A6CC-BB4326047705}"/>
    <pc:docChg chg="undo custSel addSld delSld modSld sldOrd">
      <pc:chgData name="Pierre Francois ITEL" userId="ca57bf8c-dba7-4c63-8cdc-2c9a9977754e" providerId="ADAL" clId="{D7F67992-ED55-4CF7-A6CC-BB4326047705}" dt="2026-09-04T12:27:55.471" v="2438" actId="790"/>
      <pc:docMkLst>
        <pc:docMk/>
      </pc:docMkLst>
      <pc:sldChg chg="addSp delSp modSp add mod setBg">
        <pc:chgData name="Pierre Francois ITEL" userId="ca57bf8c-dba7-4c63-8cdc-2c9a9977754e" providerId="ADAL" clId="{D7F67992-ED55-4CF7-A6CC-BB4326047705}" dt="2026-09-04T12:27:55.471" v="2438" actId="790"/>
        <pc:sldMkLst>
          <pc:docMk/>
          <pc:sldMk cId="1863316012" sldId="265"/>
        </pc:sldMkLst>
        <pc:spChg chg="mod">
          <ac:chgData name="Pierre Francois ITEL" userId="ca57bf8c-dba7-4c63-8cdc-2c9a9977754e" providerId="ADAL" clId="{D7F67992-ED55-4CF7-A6CC-BB4326047705}" dt="2026-08-20T04:39:38.435" v="27" actId="1076"/>
          <ac:spMkLst>
            <pc:docMk/>
            <pc:sldMk cId="1863316012" sldId="265"/>
            <ac:spMk id="2" creationId="{DA6F5F96-7021-FD5C-269F-ECB60ADD13C0}"/>
          </ac:spMkLst>
        </pc:spChg>
        <pc:spChg chg="mod">
          <ac:chgData name="Pierre Francois ITEL" userId="ca57bf8c-dba7-4c63-8cdc-2c9a9977754e" providerId="ADAL" clId="{D7F67992-ED55-4CF7-A6CC-BB4326047705}" dt="2026-08-20T06:07:15.430" v="1857" actId="6549"/>
          <ac:spMkLst>
            <pc:docMk/>
            <pc:sldMk cId="1863316012" sldId="265"/>
            <ac:spMk id="4" creationId="{FDB5306A-95DA-34FC-5EF6-CDE780733BC9}"/>
          </ac:spMkLst>
        </pc:spChg>
        <pc:spChg chg="mod">
          <ac:chgData name="Pierre Francois ITEL" userId="ca57bf8c-dba7-4c63-8cdc-2c9a9977754e" providerId="ADAL" clId="{D7F67992-ED55-4CF7-A6CC-BB4326047705}" dt="2026-09-04T12:27:55.471" v="2438" actId="790"/>
          <ac:spMkLst>
            <pc:docMk/>
            <pc:sldMk cId="1863316012" sldId="265"/>
            <ac:spMk id="29" creationId="{1BA71440-B199-0CEE-153E-082397EE2A57}"/>
          </ac:spMkLst>
        </pc:spChg>
        <pc:spChg chg="add mod">
          <ac:chgData name="Pierre Francois ITEL" userId="ca57bf8c-dba7-4c63-8cdc-2c9a9977754e" providerId="ADAL" clId="{D7F67992-ED55-4CF7-A6CC-BB4326047705}" dt="2026-09-04T12:27:55.471" v="2438" actId="790"/>
          <ac:spMkLst>
            <pc:docMk/>
            <pc:sldMk cId="1863316012" sldId="265"/>
            <ac:spMk id="31" creationId="{E00FB9EC-4903-BE21-B474-4724535CC047}"/>
          </ac:spMkLst>
        </pc:spChg>
        <pc:spChg chg="add mod">
          <ac:chgData name="Pierre Francois ITEL" userId="ca57bf8c-dba7-4c63-8cdc-2c9a9977754e" providerId="ADAL" clId="{D7F67992-ED55-4CF7-A6CC-BB4326047705}" dt="2026-08-20T04:39:03.032" v="17" actId="14100"/>
          <ac:spMkLst>
            <pc:docMk/>
            <pc:sldMk cId="1863316012" sldId="265"/>
            <ac:spMk id="33" creationId="{7BBC877F-623E-8DDF-F59D-6BB64E3D1050}"/>
          </ac:spMkLst>
        </pc:spChg>
        <pc:spChg chg="add mod">
          <ac:chgData name="Pierre Francois ITEL" userId="ca57bf8c-dba7-4c63-8cdc-2c9a9977754e" providerId="ADAL" clId="{D7F67992-ED55-4CF7-A6CC-BB4326047705}" dt="2026-08-20T04:39:45.781" v="29" actId="1076"/>
          <ac:spMkLst>
            <pc:docMk/>
            <pc:sldMk cId="1863316012" sldId="265"/>
            <ac:spMk id="35" creationId="{5443E126-3710-9651-1F7F-8E2D7B5F532D}"/>
          </ac:spMkLst>
        </pc:spChg>
        <pc:spChg chg="add mod">
          <ac:chgData name="Pierre Francois ITEL" userId="ca57bf8c-dba7-4c63-8cdc-2c9a9977754e" providerId="ADAL" clId="{D7F67992-ED55-4CF7-A6CC-BB4326047705}" dt="2026-08-20T04:40:00.323" v="31" actId="1076"/>
          <ac:spMkLst>
            <pc:docMk/>
            <pc:sldMk cId="1863316012" sldId="265"/>
            <ac:spMk id="37" creationId="{7131E3AB-FB8B-7163-6515-0070B65CF180}"/>
          </ac:spMkLst>
        </pc:spChg>
        <pc:spChg chg="add mod">
          <ac:chgData name="Pierre Francois ITEL" userId="ca57bf8c-dba7-4c63-8cdc-2c9a9977754e" providerId="ADAL" clId="{D7F67992-ED55-4CF7-A6CC-BB4326047705}" dt="2026-09-04T12:27:55.471" v="2438" actId="790"/>
          <ac:spMkLst>
            <pc:docMk/>
            <pc:sldMk cId="1863316012" sldId="265"/>
            <ac:spMk id="39" creationId="{122AC0F7-5362-A4B9-5D23-FA9448ADCF4A}"/>
          </ac:spMkLst>
        </pc:spChg>
        <pc:spChg chg="mod">
          <ac:chgData name="Pierre Francois ITEL" userId="ca57bf8c-dba7-4c63-8cdc-2c9a9977754e" providerId="ADAL" clId="{D7F67992-ED55-4CF7-A6CC-BB4326047705}" dt="2026-08-20T04:46:51.874" v="93" actId="207"/>
          <ac:spMkLst>
            <pc:docMk/>
            <pc:sldMk cId="1863316012" sldId="265"/>
            <ac:spMk id="41" creationId="{E94B82E9-ECDE-9C19-7B57-435CD2FE7AD2}"/>
          </ac:spMkLst>
        </pc:spChg>
        <pc:spChg chg="add mod">
          <ac:chgData name="Pierre Francois ITEL" userId="ca57bf8c-dba7-4c63-8cdc-2c9a9977754e" providerId="ADAL" clId="{D7F67992-ED55-4CF7-A6CC-BB4326047705}" dt="2026-09-04T12:27:55.471" v="2438" actId="790"/>
          <ac:spMkLst>
            <pc:docMk/>
            <pc:sldMk cId="1863316012" sldId="265"/>
            <ac:spMk id="43" creationId="{AABA10D9-72DF-596D-FF9B-860F7F1CD179}"/>
          </ac:spMkLst>
        </pc:spChg>
        <pc:spChg chg="mod">
          <ac:chgData name="Pierre Francois ITEL" userId="ca57bf8c-dba7-4c63-8cdc-2c9a9977754e" providerId="ADAL" clId="{D7F67992-ED55-4CF7-A6CC-BB4326047705}" dt="2026-08-20T04:46:55.119" v="94" actId="207"/>
          <ac:spMkLst>
            <pc:docMk/>
            <pc:sldMk cId="1863316012" sldId="265"/>
            <ac:spMk id="45" creationId="{93221F3F-D05F-E2B0-68BF-F0A059FC7395}"/>
          </ac:spMkLst>
        </pc:spChg>
        <pc:spChg chg="add mod">
          <ac:chgData name="Pierre Francois ITEL" userId="ca57bf8c-dba7-4c63-8cdc-2c9a9977754e" providerId="ADAL" clId="{D7F67992-ED55-4CF7-A6CC-BB4326047705}" dt="2026-08-20T04:41:54.888" v="44" actId="20577"/>
          <ac:spMkLst>
            <pc:docMk/>
            <pc:sldMk cId="1863316012" sldId="265"/>
            <ac:spMk id="47" creationId="{83B3E2CB-52DD-0398-5A78-5DBEF0452539}"/>
          </ac:spMkLst>
        </pc:spChg>
        <pc:spChg chg="mod">
          <ac:chgData name="Pierre Francois ITEL" userId="ca57bf8c-dba7-4c63-8cdc-2c9a9977754e" providerId="ADAL" clId="{D7F67992-ED55-4CF7-A6CC-BB4326047705}" dt="2026-08-20T04:46:57.491" v="95" actId="207"/>
          <ac:spMkLst>
            <pc:docMk/>
            <pc:sldMk cId="1863316012" sldId="265"/>
            <ac:spMk id="49" creationId="{11F63C1A-55F0-7F2F-17AD-621049BE8893}"/>
          </ac:spMkLst>
        </pc:spChg>
        <pc:spChg chg="add mod">
          <ac:chgData name="Pierre Francois ITEL" userId="ca57bf8c-dba7-4c63-8cdc-2c9a9977754e" providerId="ADAL" clId="{D7F67992-ED55-4CF7-A6CC-BB4326047705}" dt="2026-09-04T12:27:55.471" v="2438" actId="790"/>
          <ac:spMkLst>
            <pc:docMk/>
            <pc:sldMk cId="1863316012" sldId="265"/>
            <ac:spMk id="51" creationId="{60E65490-75F9-7CF4-4DD9-A7B7E82774F5}"/>
          </ac:spMkLst>
        </pc:spChg>
        <pc:spChg chg="add mod">
          <ac:chgData name="Pierre Francois ITEL" userId="ca57bf8c-dba7-4c63-8cdc-2c9a9977754e" providerId="ADAL" clId="{D7F67992-ED55-4CF7-A6CC-BB4326047705}" dt="2026-09-04T12:27:55.471" v="2438" actId="790"/>
          <ac:spMkLst>
            <pc:docMk/>
            <pc:sldMk cId="1863316012" sldId="265"/>
            <ac:spMk id="53" creationId="{BA6965AE-54AE-46BE-6556-E75E59C9880C}"/>
          </ac:spMkLst>
        </pc:spChg>
        <pc:spChg chg="add mod">
          <ac:chgData name="Pierre Francois ITEL" userId="ca57bf8c-dba7-4c63-8cdc-2c9a9977754e" providerId="ADAL" clId="{D7F67992-ED55-4CF7-A6CC-BB4326047705}" dt="2026-08-20T04:42:03.978" v="50" actId="20577"/>
          <ac:spMkLst>
            <pc:docMk/>
            <pc:sldMk cId="1863316012" sldId="265"/>
            <ac:spMk id="55" creationId="{FE07A47B-EF00-5269-CA3C-E9003248A781}"/>
          </ac:spMkLst>
        </pc:spChg>
        <pc:spChg chg="add mod">
          <ac:chgData name="Pierre Francois ITEL" userId="ca57bf8c-dba7-4c63-8cdc-2c9a9977754e" providerId="ADAL" clId="{D7F67992-ED55-4CF7-A6CC-BB4326047705}" dt="2026-08-20T04:40:00.323" v="31" actId="1076"/>
          <ac:spMkLst>
            <pc:docMk/>
            <pc:sldMk cId="1863316012" sldId="265"/>
            <ac:spMk id="57" creationId="{33AFBC58-E36F-8835-BC82-5DBF90D9305B}"/>
          </ac:spMkLst>
        </pc:spChg>
        <pc:spChg chg="mod">
          <ac:chgData name="Pierre Francois ITEL" userId="ca57bf8c-dba7-4c63-8cdc-2c9a9977754e" providerId="ADAL" clId="{D7F67992-ED55-4CF7-A6CC-BB4326047705}" dt="2026-08-20T04:40:14.602" v="32" actId="1076"/>
          <ac:spMkLst>
            <pc:docMk/>
            <pc:sldMk cId="1863316012" sldId="265"/>
            <ac:spMk id="59" creationId="{BB31BDA5-83EE-48EA-9A91-02AF0D44857D}"/>
          </ac:spMkLst>
        </pc:spChg>
        <pc:spChg chg="add mod">
          <ac:chgData name="Pierre Francois ITEL" userId="ca57bf8c-dba7-4c63-8cdc-2c9a9977754e" providerId="ADAL" clId="{D7F67992-ED55-4CF7-A6CC-BB4326047705}" dt="2026-09-04T12:27:55.471" v="2438" actId="790"/>
          <ac:spMkLst>
            <pc:docMk/>
            <pc:sldMk cId="1863316012" sldId="265"/>
            <ac:spMk id="61" creationId="{BCB98E0B-BA66-FFBE-AB17-BAFC4000D843}"/>
          </ac:spMkLst>
        </pc:spChg>
        <pc:spChg chg="add mod">
          <ac:chgData name="Pierre Francois ITEL" userId="ca57bf8c-dba7-4c63-8cdc-2c9a9977754e" providerId="ADAL" clId="{D7F67992-ED55-4CF7-A6CC-BB4326047705}" dt="2026-09-04T12:27:55.471" v="2438" actId="790"/>
          <ac:spMkLst>
            <pc:docMk/>
            <pc:sldMk cId="1863316012" sldId="265"/>
            <ac:spMk id="63" creationId="{6C9E0DC5-A462-0270-FD26-AF6709332152}"/>
          </ac:spMkLst>
        </pc:spChg>
        <pc:spChg chg="add mod">
          <ac:chgData name="Pierre Francois ITEL" userId="ca57bf8c-dba7-4c63-8cdc-2c9a9977754e" providerId="ADAL" clId="{D7F67992-ED55-4CF7-A6CC-BB4326047705}" dt="2026-08-20T04:43:01.635" v="70" actId="20577"/>
          <ac:spMkLst>
            <pc:docMk/>
            <pc:sldMk cId="1863316012" sldId="265"/>
            <ac:spMk id="65" creationId="{0027C338-16AE-C326-28F8-D1A459E926B8}"/>
          </ac:spMkLst>
        </pc:spChg>
        <pc:spChg chg="add mod">
          <ac:chgData name="Pierre Francois ITEL" userId="ca57bf8c-dba7-4c63-8cdc-2c9a9977754e" providerId="ADAL" clId="{D7F67992-ED55-4CF7-A6CC-BB4326047705}" dt="2026-08-20T05:05:11.564" v="392" actId="20577"/>
          <ac:spMkLst>
            <pc:docMk/>
            <pc:sldMk cId="1863316012" sldId="265"/>
            <ac:spMk id="67" creationId="{4E7F3666-96BC-C6B9-7719-04FCBD30112D}"/>
          </ac:spMkLst>
        </pc:spChg>
        <pc:spChg chg="add mod">
          <ac:chgData name="Pierre Francois ITEL" userId="ca57bf8c-dba7-4c63-8cdc-2c9a9977754e" providerId="ADAL" clId="{D7F67992-ED55-4CF7-A6CC-BB4326047705}" dt="2026-08-20T05:05:37.533" v="420" actId="20577"/>
          <ac:spMkLst>
            <pc:docMk/>
            <pc:sldMk cId="1863316012" sldId="265"/>
            <ac:spMk id="69" creationId="{C77544C0-8268-63EB-B369-99A96198BB63}"/>
          </ac:spMkLst>
        </pc:spChg>
        <pc:spChg chg="add mod">
          <ac:chgData name="Pierre Francois ITEL" userId="ca57bf8c-dba7-4c63-8cdc-2c9a9977754e" providerId="ADAL" clId="{D7F67992-ED55-4CF7-A6CC-BB4326047705}" dt="2026-08-20T05:06:09.240" v="445" actId="20577"/>
          <ac:spMkLst>
            <pc:docMk/>
            <pc:sldMk cId="1863316012" sldId="265"/>
            <ac:spMk id="71" creationId="{2259556F-424D-D242-CAB0-97C1A79C9F69}"/>
          </ac:spMkLst>
        </pc:spChg>
        <pc:spChg chg="add mod">
          <ac:chgData name="Pierre Francois ITEL" userId="ca57bf8c-dba7-4c63-8cdc-2c9a9977754e" providerId="ADAL" clId="{D7F67992-ED55-4CF7-A6CC-BB4326047705}" dt="2026-08-20T05:06:33.433" v="471" actId="20577"/>
          <ac:spMkLst>
            <pc:docMk/>
            <pc:sldMk cId="1863316012" sldId="265"/>
            <ac:spMk id="73" creationId="{D3018050-6A1A-A60C-82C3-946D3E2923AC}"/>
          </ac:spMkLst>
        </pc:spChg>
        <pc:spChg chg="add mod">
          <ac:chgData name="Pierre Francois ITEL" userId="ca57bf8c-dba7-4c63-8cdc-2c9a9977754e" providerId="ADAL" clId="{D7F67992-ED55-4CF7-A6CC-BB4326047705}" dt="2026-08-20T04:57:57.547" v="271" actId="1036"/>
          <ac:spMkLst>
            <pc:docMk/>
            <pc:sldMk cId="1863316012" sldId="265"/>
            <ac:spMk id="75" creationId="{C3782C7C-B9D1-E131-C808-319310A8347C}"/>
          </ac:spMkLst>
        </pc:spChg>
        <pc:spChg chg="add mod">
          <ac:chgData name="Pierre Francois ITEL" userId="ca57bf8c-dba7-4c63-8cdc-2c9a9977754e" providerId="ADAL" clId="{D7F67992-ED55-4CF7-A6CC-BB4326047705}" dt="2026-08-20T04:48:10.004" v="105" actId="1076"/>
          <ac:spMkLst>
            <pc:docMk/>
            <pc:sldMk cId="1863316012" sldId="265"/>
            <ac:spMk id="77" creationId="{D6D91A62-C0B5-4587-9E11-5AE7B273903E}"/>
          </ac:spMkLst>
        </pc:spChg>
        <pc:spChg chg="add mod">
          <ac:chgData name="Pierre Francois ITEL" userId="ca57bf8c-dba7-4c63-8cdc-2c9a9977754e" providerId="ADAL" clId="{D7F67992-ED55-4CF7-A6CC-BB4326047705}" dt="2026-08-20T04:57:57.547" v="271" actId="1036"/>
          <ac:spMkLst>
            <pc:docMk/>
            <pc:sldMk cId="1863316012" sldId="265"/>
            <ac:spMk id="79" creationId="{F79A034C-B6EE-E0BF-136A-4FA69628EEAF}"/>
          </ac:spMkLst>
        </pc:spChg>
        <pc:spChg chg="add mod">
          <ac:chgData name="Pierre Francois ITEL" userId="ca57bf8c-dba7-4c63-8cdc-2c9a9977754e" providerId="ADAL" clId="{D7F67992-ED55-4CF7-A6CC-BB4326047705}" dt="2026-08-20T04:52:55.809" v="161" actId="14100"/>
          <ac:spMkLst>
            <pc:docMk/>
            <pc:sldMk cId="1863316012" sldId="265"/>
            <ac:spMk id="83" creationId="{09C44993-49AE-717C-5950-4E42A024391A}"/>
          </ac:spMkLst>
        </pc:spChg>
        <pc:spChg chg="add mod">
          <ac:chgData name="Pierre Francois ITEL" userId="ca57bf8c-dba7-4c63-8cdc-2c9a9977754e" providerId="ADAL" clId="{D7F67992-ED55-4CF7-A6CC-BB4326047705}" dt="2026-08-20T05:57:57.240" v="1799" actId="1076"/>
          <ac:spMkLst>
            <pc:docMk/>
            <pc:sldMk cId="1863316012" sldId="265"/>
            <ac:spMk id="89" creationId="{E1B97A94-6C6D-2A50-3577-A52A96E53BCB}"/>
          </ac:spMkLst>
        </pc:spChg>
        <pc:spChg chg="add mod">
          <ac:chgData name="Pierre Francois ITEL" userId="ca57bf8c-dba7-4c63-8cdc-2c9a9977754e" providerId="ADAL" clId="{D7F67992-ED55-4CF7-A6CC-BB4326047705}" dt="2026-08-20T05:57:57.240" v="1799" actId="1076"/>
          <ac:spMkLst>
            <pc:docMk/>
            <pc:sldMk cId="1863316012" sldId="265"/>
            <ac:spMk id="91" creationId="{694F2B3E-843B-8B42-6601-20DDDD10C073}"/>
          </ac:spMkLst>
        </pc:spChg>
        <pc:spChg chg="add mod">
          <ac:chgData name="Pierre Francois ITEL" userId="ca57bf8c-dba7-4c63-8cdc-2c9a9977754e" providerId="ADAL" clId="{D7F67992-ED55-4CF7-A6CC-BB4326047705}" dt="2026-08-20T05:57:57.240" v="1799" actId="1076"/>
          <ac:spMkLst>
            <pc:docMk/>
            <pc:sldMk cId="1863316012" sldId="265"/>
            <ac:spMk id="93" creationId="{D31A7591-EFF2-041C-99AC-610DAE82E072}"/>
          </ac:spMkLst>
        </pc:spChg>
        <pc:spChg chg="add mod">
          <ac:chgData name="Pierre Francois ITEL" userId="ca57bf8c-dba7-4c63-8cdc-2c9a9977754e" providerId="ADAL" clId="{D7F67992-ED55-4CF7-A6CC-BB4326047705}" dt="2026-09-04T07:17:45.321" v="2437" actId="790"/>
          <ac:spMkLst>
            <pc:docMk/>
            <pc:sldMk cId="1863316012" sldId="265"/>
            <ac:spMk id="95" creationId="{70847147-E6F6-70CC-D510-5911854F5FDC}"/>
          </ac:spMkLst>
        </pc:spChg>
        <pc:spChg chg="add mod">
          <ac:chgData name="Pierre Francois ITEL" userId="ca57bf8c-dba7-4c63-8cdc-2c9a9977754e" providerId="ADAL" clId="{D7F67992-ED55-4CF7-A6CC-BB4326047705}" dt="2026-08-20T05:57:56.710" v="1798" actId="1076"/>
          <ac:spMkLst>
            <pc:docMk/>
            <pc:sldMk cId="1863316012" sldId="265"/>
            <ac:spMk id="98" creationId="{7ED893A6-4BBE-413D-FCDE-7CFCE6F657CF}"/>
          </ac:spMkLst>
        </pc:spChg>
        <pc:spChg chg="add mod">
          <ac:chgData name="Pierre Francois ITEL" userId="ca57bf8c-dba7-4c63-8cdc-2c9a9977754e" providerId="ADAL" clId="{D7F67992-ED55-4CF7-A6CC-BB4326047705}" dt="2026-09-04T12:27:55.471" v="2438" actId="790"/>
          <ac:spMkLst>
            <pc:docMk/>
            <pc:sldMk cId="1863316012" sldId="265"/>
            <ac:spMk id="100" creationId="{4FC61105-F965-3D04-960F-7D85C7840FD8}"/>
          </ac:spMkLst>
        </pc:spChg>
        <pc:spChg chg="add mod">
          <ac:chgData name="Pierre Francois ITEL" userId="ca57bf8c-dba7-4c63-8cdc-2c9a9977754e" providerId="ADAL" clId="{D7F67992-ED55-4CF7-A6CC-BB4326047705}" dt="2026-08-20T05:57:56.710" v="1798" actId="1076"/>
          <ac:spMkLst>
            <pc:docMk/>
            <pc:sldMk cId="1863316012" sldId="265"/>
            <ac:spMk id="102" creationId="{2AC41842-849E-6C5E-1D4D-BD89820C9551}"/>
          </ac:spMkLst>
        </pc:spChg>
        <pc:spChg chg="add mod">
          <ac:chgData name="Pierre Francois ITEL" userId="ca57bf8c-dba7-4c63-8cdc-2c9a9977754e" providerId="ADAL" clId="{D7F67992-ED55-4CF7-A6CC-BB4326047705}" dt="2026-08-20T05:57:56.189" v="1797" actId="1076"/>
          <ac:spMkLst>
            <pc:docMk/>
            <pc:sldMk cId="1863316012" sldId="265"/>
            <ac:spMk id="105" creationId="{24FE853A-CEB1-3A85-EA63-0ED09AABA6B2}"/>
          </ac:spMkLst>
        </pc:spChg>
        <pc:spChg chg="add mod">
          <ac:chgData name="Pierre Francois ITEL" userId="ca57bf8c-dba7-4c63-8cdc-2c9a9977754e" providerId="ADAL" clId="{D7F67992-ED55-4CF7-A6CC-BB4326047705}" dt="2026-08-20T05:57:56.189" v="1797" actId="1076"/>
          <ac:spMkLst>
            <pc:docMk/>
            <pc:sldMk cId="1863316012" sldId="265"/>
            <ac:spMk id="107" creationId="{98D885A4-C60F-6E4C-7DAB-7D8AEFD8A5A9}"/>
          </ac:spMkLst>
        </pc:spChg>
        <pc:spChg chg="add mod">
          <ac:chgData name="Pierre Francois ITEL" userId="ca57bf8c-dba7-4c63-8cdc-2c9a9977754e" providerId="ADAL" clId="{D7F67992-ED55-4CF7-A6CC-BB4326047705}" dt="2026-09-04T12:27:55.471" v="2438" actId="790"/>
          <ac:spMkLst>
            <pc:docMk/>
            <pc:sldMk cId="1863316012" sldId="265"/>
            <ac:spMk id="109" creationId="{4672F14F-44F0-1312-FA37-2004642A579F}"/>
          </ac:spMkLst>
        </pc:spChg>
        <pc:spChg chg="add mod">
          <ac:chgData name="Pierre Francois ITEL" userId="ca57bf8c-dba7-4c63-8cdc-2c9a9977754e" providerId="ADAL" clId="{D7F67992-ED55-4CF7-A6CC-BB4326047705}" dt="2026-08-20T05:57:56.710" v="1798" actId="1076"/>
          <ac:spMkLst>
            <pc:docMk/>
            <pc:sldMk cId="1863316012" sldId="265"/>
            <ac:spMk id="111" creationId="{BFB9DD72-B9D0-4E9E-88DC-F1FE1A23EE76}"/>
          </ac:spMkLst>
        </pc:spChg>
        <pc:spChg chg="add mod">
          <ac:chgData name="Pierre Francois ITEL" userId="ca57bf8c-dba7-4c63-8cdc-2c9a9977754e" providerId="ADAL" clId="{D7F67992-ED55-4CF7-A6CC-BB4326047705}" dt="2026-08-20T05:57:56.189" v="1797" actId="1076"/>
          <ac:spMkLst>
            <pc:docMk/>
            <pc:sldMk cId="1863316012" sldId="265"/>
            <ac:spMk id="113" creationId="{85FC3183-6E10-766E-C1E1-EAF85ECCC45F}"/>
          </ac:spMkLst>
        </pc:spChg>
        <pc:spChg chg="add mod">
          <ac:chgData name="Pierre Francois ITEL" userId="ca57bf8c-dba7-4c63-8cdc-2c9a9977754e" providerId="ADAL" clId="{D7F67992-ED55-4CF7-A6CC-BB4326047705}" dt="2026-08-20T06:20:58.734" v="2432" actId="20577"/>
          <ac:spMkLst>
            <pc:docMk/>
            <pc:sldMk cId="1863316012" sldId="265"/>
            <ac:spMk id="115" creationId="{8AE74882-785F-312D-8A0E-1FD091317092}"/>
          </ac:spMkLst>
        </pc:spChg>
        <pc:picChg chg="add mod">
          <ac:chgData name="Pierre Francois ITEL" userId="ca57bf8c-dba7-4c63-8cdc-2c9a9977754e" providerId="ADAL" clId="{D7F67992-ED55-4CF7-A6CC-BB4326047705}" dt="2026-08-20T06:02:13.795" v="1809" actId="1076"/>
          <ac:picMkLst>
            <pc:docMk/>
            <pc:sldMk cId="1863316012" sldId="265"/>
            <ac:picMk id="5" creationId="{851D0ABE-A809-4CF9-9F88-ED9101B54E13}"/>
          </ac:picMkLst>
        </pc:picChg>
      </pc:sldChg>
      <pc:sldChg chg="addSp modSp add mod">
        <pc:chgData name="Pierre Francois ITEL" userId="ca57bf8c-dba7-4c63-8cdc-2c9a9977754e" providerId="ADAL" clId="{D7F67992-ED55-4CF7-A6CC-BB4326047705}" dt="2026-08-20T06:21:14.606" v="2435" actId="20577"/>
        <pc:sldMkLst>
          <pc:docMk/>
          <pc:sldMk cId="3684749039" sldId="267"/>
        </pc:sldMkLst>
        <pc:spChg chg="add mod">
          <ac:chgData name="Pierre Francois ITEL" userId="ca57bf8c-dba7-4c63-8cdc-2c9a9977754e" providerId="ADAL" clId="{D7F67992-ED55-4CF7-A6CC-BB4326047705}" dt="2026-08-20T05:31:16.093" v="1075" actId="20577"/>
          <ac:spMkLst>
            <pc:docMk/>
            <pc:sldMk cId="3684749039" sldId="267"/>
            <ac:spMk id="4" creationId="{1FF08C7E-6BFD-2EA7-5C36-5B25FCCC114C}"/>
          </ac:spMkLst>
        </pc:spChg>
        <pc:spChg chg="add mod">
          <ac:chgData name="Pierre Francois ITEL" userId="ca57bf8c-dba7-4c63-8cdc-2c9a9977754e" providerId="ADAL" clId="{D7F67992-ED55-4CF7-A6CC-BB4326047705}" dt="2026-08-20T05:31:20.376" v="1076" actId="20577"/>
          <ac:spMkLst>
            <pc:docMk/>
            <pc:sldMk cId="3684749039" sldId="267"/>
            <ac:spMk id="6" creationId="{53EEECD4-0D87-22F9-02EB-4B5BA628D0FF}"/>
          </ac:spMkLst>
        </pc:spChg>
        <pc:spChg chg="add">
          <ac:chgData name="Pierre Francois ITEL" userId="ca57bf8c-dba7-4c63-8cdc-2c9a9977754e" providerId="ADAL" clId="{D7F67992-ED55-4CF7-A6CC-BB4326047705}" dt="2026-08-20T05:31:31.620" v="1078" actId="22"/>
          <ac:spMkLst>
            <pc:docMk/>
            <pc:sldMk cId="3684749039" sldId="267"/>
            <ac:spMk id="8" creationId="{5B41190B-8B3C-F4BC-BF24-1EAB8BA80E05}"/>
          </ac:spMkLst>
        </pc:spChg>
        <pc:spChg chg="mod">
          <ac:chgData name="Pierre Francois ITEL" userId="ca57bf8c-dba7-4c63-8cdc-2c9a9977754e" providerId="ADAL" clId="{D7F67992-ED55-4CF7-A6CC-BB4326047705}" dt="2026-08-20T05:31:39.365" v="1129" actId="1037"/>
          <ac:spMkLst>
            <pc:docMk/>
            <pc:sldMk cId="3684749039" sldId="267"/>
            <ac:spMk id="10" creationId="{F70258ED-424E-5F7D-12D1-0ACFD14FAE5C}"/>
          </ac:spMkLst>
        </pc:spChg>
        <pc:spChg chg="add mod">
          <ac:chgData name="Pierre Francois ITEL" userId="ca57bf8c-dba7-4c63-8cdc-2c9a9977754e" providerId="ADAL" clId="{D7F67992-ED55-4CF7-A6CC-BB4326047705}" dt="2026-08-20T05:32:06.264" v="1134" actId="403"/>
          <ac:spMkLst>
            <pc:docMk/>
            <pc:sldMk cId="3684749039" sldId="267"/>
            <ac:spMk id="12" creationId="{C79C5B67-A68E-566E-E367-EA8E29A8307F}"/>
          </ac:spMkLst>
        </pc:spChg>
        <pc:spChg chg="mod">
          <ac:chgData name="Pierre Francois ITEL" userId="ca57bf8c-dba7-4c63-8cdc-2c9a9977754e" providerId="ADAL" clId="{D7F67992-ED55-4CF7-A6CC-BB4326047705}" dt="2026-08-20T05:33:05.260" v="1153" actId="6549"/>
          <ac:spMkLst>
            <pc:docMk/>
            <pc:sldMk cId="3684749039" sldId="267"/>
            <ac:spMk id="14" creationId="{28803067-0EC1-4402-AB20-E7691D9682B4}"/>
          </ac:spMkLst>
        </pc:spChg>
        <pc:spChg chg="add mod">
          <ac:chgData name="Pierre Francois ITEL" userId="ca57bf8c-dba7-4c63-8cdc-2c9a9977754e" providerId="ADAL" clId="{D7F67992-ED55-4CF7-A6CC-BB4326047705}" dt="2026-08-20T05:31:51.112" v="1132" actId="14100"/>
          <ac:spMkLst>
            <pc:docMk/>
            <pc:sldMk cId="3684749039" sldId="267"/>
            <ac:spMk id="16" creationId="{1A67C16D-7457-92B4-AF66-BB27CF3B8C88}"/>
          </ac:spMkLst>
        </pc:spChg>
        <pc:spChg chg="add mod">
          <ac:chgData name="Pierre Francois ITEL" userId="ca57bf8c-dba7-4c63-8cdc-2c9a9977754e" providerId="ADAL" clId="{D7F67992-ED55-4CF7-A6CC-BB4326047705}" dt="2026-08-20T05:31:39.365" v="1129" actId="1037"/>
          <ac:spMkLst>
            <pc:docMk/>
            <pc:sldMk cId="3684749039" sldId="267"/>
            <ac:spMk id="18" creationId="{1D7B42D6-6988-C6B7-96E8-55B92F81457B}"/>
          </ac:spMkLst>
        </pc:spChg>
        <pc:spChg chg="add mod">
          <ac:chgData name="Pierre Francois ITEL" userId="ca57bf8c-dba7-4c63-8cdc-2c9a9977754e" providerId="ADAL" clId="{D7F67992-ED55-4CF7-A6CC-BB4326047705}" dt="2026-08-20T05:32:06.264" v="1134" actId="403"/>
          <ac:spMkLst>
            <pc:docMk/>
            <pc:sldMk cId="3684749039" sldId="267"/>
            <ac:spMk id="22" creationId="{8BAE6481-47B4-16A5-295F-4EA03F369027}"/>
          </ac:spMkLst>
        </pc:spChg>
        <pc:spChg chg="mod">
          <ac:chgData name="Pierre Francois ITEL" userId="ca57bf8c-dba7-4c63-8cdc-2c9a9977754e" providerId="ADAL" clId="{D7F67992-ED55-4CF7-A6CC-BB4326047705}" dt="2026-08-20T05:32:44.498" v="1152" actId="1035"/>
          <ac:spMkLst>
            <pc:docMk/>
            <pc:sldMk cId="3684749039" sldId="267"/>
            <ac:spMk id="24" creationId="{655BD74D-8BED-63E0-C1C5-C3FA7883F2C8}"/>
          </ac:spMkLst>
        </pc:spChg>
        <pc:spChg chg="mod">
          <ac:chgData name="Pierre Francois ITEL" userId="ca57bf8c-dba7-4c63-8cdc-2c9a9977754e" providerId="ADAL" clId="{D7F67992-ED55-4CF7-A6CC-BB4326047705}" dt="2026-08-20T05:31:51.112" v="1132" actId="14100"/>
          <ac:spMkLst>
            <pc:docMk/>
            <pc:sldMk cId="3684749039" sldId="267"/>
            <ac:spMk id="26" creationId="{499B6B58-640C-2063-4CCC-AB99AC1EC793}"/>
          </ac:spMkLst>
        </pc:spChg>
        <pc:spChg chg="add mod">
          <ac:chgData name="Pierre Francois ITEL" userId="ca57bf8c-dba7-4c63-8cdc-2c9a9977754e" providerId="ADAL" clId="{D7F67992-ED55-4CF7-A6CC-BB4326047705}" dt="2026-08-20T05:31:39.365" v="1129" actId="1037"/>
          <ac:spMkLst>
            <pc:docMk/>
            <pc:sldMk cId="3684749039" sldId="267"/>
            <ac:spMk id="28" creationId="{E3D48591-3113-2EBC-5C08-AD234F8402E4}"/>
          </ac:spMkLst>
        </pc:spChg>
        <pc:spChg chg="mod">
          <ac:chgData name="Pierre Francois ITEL" userId="ca57bf8c-dba7-4c63-8cdc-2c9a9977754e" providerId="ADAL" clId="{D7F67992-ED55-4CF7-A6CC-BB4326047705}" dt="2026-08-20T05:32:06.264" v="1134" actId="403"/>
          <ac:spMkLst>
            <pc:docMk/>
            <pc:sldMk cId="3684749039" sldId="267"/>
            <ac:spMk id="36" creationId="{2C7548DE-6B8F-E933-F0F8-59C2AFFAF58E}"/>
          </ac:spMkLst>
        </pc:spChg>
        <pc:spChg chg="mod">
          <ac:chgData name="Pierre Francois ITEL" userId="ca57bf8c-dba7-4c63-8cdc-2c9a9977754e" providerId="ADAL" clId="{D7F67992-ED55-4CF7-A6CC-BB4326047705}" dt="2026-08-20T05:33:08.001" v="1154" actId="6549"/>
          <ac:spMkLst>
            <pc:docMk/>
            <pc:sldMk cId="3684749039" sldId="267"/>
            <ac:spMk id="40" creationId="{066785E3-F7C2-89B8-59F4-B4B75D125C2F}"/>
          </ac:spMkLst>
        </pc:spChg>
        <pc:spChg chg="mod">
          <ac:chgData name="Pierre Francois ITEL" userId="ca57bf8c-dba7-4c63-8cdc-2c9a9977754e" providerId="ADAL" clId="{D7F67992-ED55-4CF7-A6CC-BB4326047705}" dt="2026-08-20T05:07:06.248" v="474" actId="207"/>
          <ac:spMkLst>
            <pc:docMk/>
            <pc:sldMk cId="3684749039" sldId="267"/>
            <ac:spMk id="41" creationId="{607BA071-FA7C-EC4E-B96F-CF6CF4CF567D}"/>
          </ac:spMkLst>
        </pc:spChg>
        <pc:spChg chg="mod">
          <ac:chgData name="Pierre Francois ITEL" userId="ca57bf8c-dba7-4c63-8cdc-2c9a9977754e" providerId="ADAL" clId="{D7F67992-ED55-4CF7-A6CC-BB4326047705}" dt="2026-08-20T05:31:51.112" v="1132" actId="14100"/>
          <ac:spMkLst>
            <pc:docMk/>
            <pc:sldMk cId="3684749039" sldId="267"/>
            <ac:spMk id="44" creationId="{FF0CB6B4-8103-3AEE-ED52-7FCBCD3E28C1}"/>
          </ac:spMkLst>
        </pc:spChg>
        <pc:spChg chg="mod">
          <ac:chgData name="Pierre Francois ITEL" userId="ca57bf8c-dba7-4c63-8cdc-2c9a9977754e" providerId="ADAL" clId="{D7F67992-ED55-4CF7-A6CC-BB4326047705}" dt="2026-08-20T05:07:09.658" v="475" actId="207"/>
          <ac:spMkLst>
            <pc:docMk/>
            <pc:sldMk cId="3684749039" sldId="267"/>
            <ac:spMk id="45" creationId="{20A7DB50-6426-B165-7D2E-1BDF0C4C1625}"/>
          </ac:spMkLst>
        </pc:spChg>
        <pc:spChg chg="add">
          <ac:chgData name="Pierre Francois ITEL" userId="ca57bf8c-dba7-4c63-8cdc-2c9a9977754e" providerId="ADAL" clId="{D7F67992-ED55-4CF7-A6CC-BB4326047705}" dt="2026-08-20T05:31:31.620" v="1078" actId="22"/>
          <ac:spMkLst>
            <pc:docMk/>
            <pc:sldMk cId="3684749039" sldId="267"/>
            <ac:spMk id="48" creationId="{883D7F37-85DA-8820-121C-DC873F159B11}"/>
          </ac:spMkLst>
        </pc:spChg>
        <pc:spChg chg="mod">
          <ac:chgData name="Pierre Francois ITEL" userId="ca57bf8c-dba7-4c63-8cdc-2c9a9977754e" providerId="ADAL" clId="{D7F67992-ED55-4CF7-A6CC-BB4326047705}" dt="2026-08-20T05:32:06.264" v="1134" actId="403"/>
          <ac:spMkLst>
            <pc:docMk/>
            <pc:sldMk cId="3684749039" sldId="267"/>
            <ac:spMk id="56" creationId="{D338242F-E1DB-C00D-79E2-72E7572D4C9F}"/>
          </ac:spMkLst>
        </pc:spChg>
        <pc:spChg chg="mod">
          <ac:chgData name="Pierre Francois ITEL" userId="ca57bf8c-dba7-4c63-8cdc-2c9a9977754e" providerId="ADAL" clId="{D7F67992-ED55-4CF7-A6CC-BB4326047705}" dt="2026-08-20T05:33:11.617" v="1155" actId="6549"/>
          <ac:spMkLst>
            <pc:docMk/>
            <pc:sldMk cId="3684749039" sldId="267"/>
            <ac:spMk id="60" creationId="{389852CD-10B4-D779-78BB-7EE5F4192116}"/>
          </ac:spMkLst>
        </pc:spChg>
        <pc:spChg chg="add mod">
          <ac:chgData name="Pierre Francois ITEL" userId="ca57bf8c-dba7-4c63-8cdc-2c9a9977754e" providerId="ADAL" clId="{D7F67992-ED55-4CF7-A6CC-BB4326047705}" dt="2026-08-20T05:31:51.112" v="1132" actId="14100"/>
          <ac:spMkLst>
            <pc:docMk/>
            <pc:sldMk cId="3684749039" sldId="267"/>
            <ac:spMk id="64" creationId="{93307F09-3681-FB77-8743-DB9B96B9DFCD}"/>
          </ac:spMkLst>
        </pc:spChg>
        <pc:spChg chg="add mod">
          <ac:chgData name="Pierre Francois ITEL" userId="ca57bf8c-dba7-4c63-8cdc-2c9a9977754e" providerId="ADAL" clId="{D7F67992-ED55-4CF7-A6CC-BB4326047705}" dt="2026-08-20T05:31:39.365" v="1129" actId="1037"/>
          <ac:spMkLst>
            <pc:docMk/>
            <pc:sldMk cId="3684749039" sldId="267"/>
            <ac:spMk id="68" creationId="{3AAA9506-4B90-6752-9D13-E9E03E21BA0C}"/>
          </ac:spMkLst>
        </pc:spChg>
        <pc:spChg chg="mod">
          <ac:chgData name="Pierre Francois ITEL" userId="ca57bf8c-dba7-4c63-8cdc-2c9a9977754e" providerId="ADAL" clId="{D7F67992-ED55-4CF7-A6CC-BB4326047705}" dt="2026-08-20T05:32:06.264" v="1134" actId="403"/>
          <ac:spMkLst>
            <pc:docMk/>
            <pc:sldMk cId="3684749039" sldId="267"/>
            <ac:spMk id="75" creationId="{72F3DBEB-A8C9-346E-E073-99C7E6124E8A}"/>
          </ac:spMkLst>
        </pc:spChg>
        <pc:spChg chg="add mod">
          <ac:chgData name="Pierre Francois ITEL" userId="ca57bf8c-dba7-4c63-8cdc-2c9a9977754e" providerId="ADAL" clId="{D7F67992-ED55-4CF7-A6CC-BB4326047705}" dt="2026-08-20T06:21:14.606" v="2435" actId="20577"/>
          <ac:spMkLst>
            <pc:docMk/>
            <pc:sldMk cId="3684749039" sldId="267"/>
            <ac:spMk id="77" creationId="{F22AA8B4-81AC-40F9-C5BE-46039912F3DF}"/>
          </ac:spMkLst>
        </pc:spChg>
      </pc:sldChg>
      <pc:sldChg chg="addSp modSp add mod">
        <pc:chgData name="Pierre Francois ITEL" userId="ca57bf8c-dba7-4c63-8cdc-2c9a9977754e" providerId="ADAL" clId="{D7F67992-ED55-4CF7-A6CC-BB4326047705}" dt="2026-08-20T06:21:38.094" v="2436" actId="6549"/>
        <pc:sldMkLst>
          <pc:docMk/>
          <pc:sldMk cId="1308122709" sldId="268"/>
        </pc:sldMkLst>
        <pc:spChg chg="add mod">
          <ac:chgData name="Pierre Francois ITEL" userId="ca57bf8c-dba7-4c63-8cdc-2c9a9977754e" providerId="ADAL" clId="{D7F67992-ED55-4CF7-A6CC-BB4326047705}" dt="2026-08-20T06:21:38.094" v="2436" actId="6549"/>
          <ac:spMkLst>
            <pc:docMk/>
            <pc:sldMk cId="1308122709" sldId="268"/>
            <ac:spMk id="4" creationId="{7E9B7C2F-BA7F-BD0D-CCB2-7387FDE84A95}"/>
          </ac:spMkLst>
        </pc:spChg>
        <pc:spChg chg="add mod">
          <ac:chgData name="Pierre Francois ITEL" userId="ca57bf8c-dba7-4c63-8cdc-2c9a9977754e" providerId="ADAL" clId="{D7F67992-ED55-4CF7-A6CC-BB4326047705}" dt="2026-08-20T05:34:07.710" v="1161" actId="20577"/>
          <ac:spMkLst>
            <pc:docMk/>
            <pc:sldMk cId="1308122709" sldId="268"/>
            <ac:spMk id="6" creationId="{DCAC3ECC-64A7-82DE-2B21-BA48DDD74201}"/>
          </ac:spMkLst>
        </pc:spChg>
        <pc:spChg chg="add">
          <ac:chgData name="Pierre Francois ITEL" userId="ca57bf8c-dba7-4c63-8cdc-2c9a9977754e" providerId="ADAL" clId="{D7F67992-ED55-4CF7-A6CC-BB4326047705}" dt="2026-08-20T05:34:17.882" v="1162" actId="22"/>
          <ac:spMkLst>
            <pc:docMk/>
            <pc:sldMk cId="1308122709" sldId="268"/>
            <ac:spMk id="10" creationId="{EF684E2D-2B98-9494-C17C-C087F2B4AB58}"/>
          </ac:spMkLst>
        </pc:spChg>
        <pc:spChg chg="mod">
          <ac:chgData name="Pierre Francois ITEL" userId="ca57bf8c-dba7-4c63-8cdc-2c9a9977754e" providerId="ADAL" clId="{D7F67992-ED55-4CF7-A6CC-BB4326047705}" dt="2026-08-20T05:34:25.867" v="1165"/>
          <ac:spMkLst>
            <pc:docMk/>
            <pc:sldMk cId="1308122709" sldId="268"/>
            <ac:spMk id="12" creationId="{C317D207-CC91-5360-874A-8E1B7688349D}"/>
          </ac:spMkLst>
        </pc:spChg>
        <pc:spChg chg="mod">
          <ac:chgData name="Pierre Francois ITEL" userId="ca57bf8c-dba7-4c63-8cdc-2c9a9977754e" providerId="ADAL" clId="{D7F67992-ED55-4CF7-A6CC-BB4326047705}" dt="2026-08-20T05:34:55.074" v="1170"/>
          <ac:spMkLst>
            <pc:docMk/>
            <pc:sldMk cId="1308122709" sldId="268"/>
            <ac:spMk id="14" creationId="{F73853C6-2D6D-D1C3-182D-91DCCADFEF99}"/>
          </ac:spMkLst>
        </pc:spChg>
        <pc:spChg chg="mod">
          <ac:chgData name="Pierre Francois ITEL" userId="ca57bf8c-dba7-4c63-8cdc-2c9a9977754e" providerId="ADAL" clId="{D7F67992-ED55-4CF7-A6CC-BB4326047705}" dt="2026-08-20T05:34:31.534" v="1166"/>
          <ac:spMkLst>
            <pc:docMk/>
            <pc:sldMk cId="1308122709" sldId="268"/>
            <ac:spMk id="22" creationId="{5F373E8A-C48A-838F-6502-CAA475C65B13}"/>
          </ac:spMkLst>
        </pc:spChg>
        <pc:spChg chg="add mod">
          <ac:chgData name="Pierre Francois ITEL" userId="ca57bf8c-dba7-4c63-8cdc-2c9a9977754e" providerId="ADAL" clId="{D7F67992-ED55-4CF7-A6CC-BB4326047705}" dt="2026-08-20T05:35:02.601" v="1172" actId="20577"/>
          <ac:spMkLst>
            <pc:docMk/>
            <pc:sldMk cId="1308122709" sldId="268"/>
            <ac:spMk id="24" creationId="{6B1E89D4-34A1-74DE-F8E4-5730D32689F3}"/>
          </ac:spMkLst>
        </pc:spChg>
        <pc:spChg chg="add">
          <ac:chgData name="Pierre Francois ITEL" userId="ca57bf8c-dba7-4c63-8cdc-2c9a9977754e" providerId="ADAL" clId="{D7F67992-ED55-4CF7-A6CC-BB4326047705}" dt="2026-08-20T05:34:17.882" v="1162" actId="22"/>
          <ac:spMkLst>
            <pc:docMk/>
            <pc:sldMk cId="1308122709" sldId="268"/>
            <ac:spMk id="26" creationId="{4C93E5EA-FEC1-23AF-49BD-15408163369B}"/>
          </ac:spMkLst>
        </pc:spChg>
        <pc:spChg chg="mod">
          <ac:chgData name="Pierre Francois ITEL" userId="ca57bf8c-dba7-4c63-8cdc-2c9a9977754e" providerId="ADAL" clId="{D7F67992-ED55-4CF7-A6CC-BB4326047705}" dt="2026-08-20T05:34:37.231" v="1167"/>
          <ac:spMkLst>
            <pc:docMk/>
            <pc:sldMk cId="1308122709" sldId="268"/>
            <ac:spMk id="36" creationId="{DCF3C073-84B6-B59F-B464-8F33A7A9E7A2}"/>
          </ac:spMkLst>
        </pc:spChg>
        <pc:spChg chg="mod">
          <ac:chgData name="Pierre Francois ITEL" userId="ca57bf8c-dba7-4c63-8cdc-2c9a9977754e" providerId="ADAL" clId="{D7F67992-ED55-4CF7-A6CC-BB4326047705}" dt="2026-08-20T05:35:22.300" v="1183" actId="20577"/>
          <ac:spMkLst>
            <pc:docMk/>
            <pc:sldMk cId="1308122709" sldId="268"/>
            <ac:spMk id="40" creationId="{513EF2E1-A500-C464-ADB3-A84F71B2387F}"/>
          </ac:spMkLst>
        </pc:spChg>
        <pc:spChg chg="add">
          <ac:chgData name="Pierre Francois ITEL" userId="ca57bf8c-dba7-4c63-8cdc-2c9a9977754e" providerId="ADAL" clId="{D7F67992-ED55-4CF7-A6CC-BB4326047705}" dt="2026-08-20T05:34:17.882" v="1162" actId="22"/>
          <ac:spMkLst>
            <pc:docMk/>
            <pc:sldMk cId="1308122709" sldId="268"/>
            <ac:spMk id="44" creationId="{8C4BE42B-DB71-7C60-9E64-3F80669A4685}"/>
          </ac:spMkLst>
        </pc:spChg>
        <pc:spChg chg="mod">
          <ac:chgData name="Pierre Francois ITEL" userId="ca57bf8c-dba7-4c63-8cdc-2c9a9977754e" providerId="ADAL" clId="{D7F67992-ED55-4CF7-A6CC-BB4326047705}" dt="2026-08-20T05:07:21.920" v="478" actId="207"/>
          <ac:spMkLst>
            <pc:docMk/>
            <pc:sldMk cId="1308122709" sldId="268"/>
            <ac:spMk id="45" creationId="{EF4AAACA-3E0F-5A8A-6E01-087080C63696}"/>
          </ac:spMkLst>
        </pc:spChg>
        <pc:spChg chg="add">
          <ac:chgData name="Pierre Francois ITEL" userId="ca57bf8c-dba7-4c63-8cdc-2c9a9977754e" providerId="ADAL" clId="{D7F67992-ED55-4CF7-A6CC-BB4326047705}" dt="2026-08-20T05:34:17.882" v="1162" actId="22"/>
          <ac:spMkLst>
            <pc:docMk/>
            <pc:sldMk cId="1308122709" sldId="268"/>
            <ac:spMk id="48" creationId="{E7D6CC76-574E-84D9-E20E-8A530E646C8E}"/>
          </ac:spMkLst>
        </pc:spChg>
        <pc:spChg chg="mod">
          <ac:chgData name="Pierre Francois ITEL" userId="ca57bf8c-dba7-4c63-8cdc-2c9a9977754e" providerId="ADAL" clId="{D7F67992-ED55-4CF7-A6CC-BB4326047705}" dt="2026-08-20T05:07:18.317" v="477" actId="207"/>
          <ac:spMkLst>
            <pc:docMk/>
            <pc:sldMk cId="1308122709" sldId="268"/>
            <ac:spMk id="49" creationId="{17EC9353-67D8-31F0-3BB6-66D351F3918F}"/>
          </ac:spMkLst>
        </pc:spChg>
        <pc:spChg chg="add">
          <ac:chgData name="Pierre Francois ITEL" userId="ca57bf8c-dba7-4c63-8cdc-2c9a9977754e" providerId="ADAL" clId="{D7F67992-ED55-4CF7-A6CC-BB4326047705}" dt="2026-08-20T05:34:17.882" v="1162" actId="22"/>
          <ac:spMkLst>
            <pc:docMk/>
            <pc:sldMk cId="1308122709" sldId="268"/>
            <ac:spMk id="52" creationId="{29D8DC15-4B60-76BB-89DE-33075CE9B824}"/>
          </ac:spMkLst>
        </pc:spChg>
        <pc:spChg chg="add mod">
          <ac:chgData name="Pierre Francois ITEL" userId="ca57bf8c-dba7-4c63-8cdc-2c9a9977754e" providerId="ADAL" clId="{D7F67992-ED55-4CF7-A6CC-BB4326047705}" dt="2026-08-20T05:34:42.476" v="1168"/>
          <ac:spMkLst>
            <pc:docMk/>
            <pc:sldMk cId="1308122709" sldId="268"/>
            <ac:spMk id="56" creationId="{C6905732-E10F-B0B4-070B-1D930A639868}"/>
          </ac:spMkLst>
        </pc:spChg>
        <pc:spChg chg="add mod">
          <ac:chgData name="Pierre Francois ITEL" userId="ca57bf8c-dba7-4c63-8cdc-2c9a9977754e" providerId="ADAL" clId="{D7F67992-ED55-4CF7-A6CC-BB4326047705}" dt="2026-08-20T05:35:35.962" v="1185" actId="20577"/>
          <ac:spMkLst>
            <pc:docMk/>
            <pc:sldMk cId="1308122709" sldId="268"/>
            <ac:spMk id="60" creationId="{7DAD3B44-8346-912A-1FD7-E5725E0BB3C5}"/>
          </ac:spMkLst>
        </pc:spChg>
        <pc:spChg chg="add">
          <ac:chgData name="Pierre Francois ITEL" userId="ca57bf8c-dba7-4c63-8cdc-2c9a9977754e" providerId="ADAL" clId="{D7F67992-ED55-4CF7-A6CC-BB4326047705}" dt="2026-08-20T05:34:17.882" v="1162" actId="22"/>
          <ac:spMkLst>
            <pc:docMk/>
            <pc:sldMk cId="1308122709" sldId="268"/>
            <ac:spMk id="64" creationId="{FB0AF3CA-A0D5-1299-7355-7077CEBDBB50}"/>
          </ac:spMkLst>
        </pc:spChg>
        <pc:spChg chg="add">
          <ac:chgData name="Pierre Francois ITEL" userId="ca57bf8c-dba7-4c63-8cdc-2c9a9977754e" providerId="ADAL" clId="{D7F67992-ED55-4CF7-A6CC-BB4326047705}" dt="2026-08-20T05:34:17.882" v="1162" actId="22"/>
          <ac:spMkLst>
            <pc:docMk/>
            <pc:sldMk cId="1308122709" sldId="268"/>
            <ac:spMk id="72" creationId="{AB4D8EE0-7641-D067-DD93-D2766249ADAB}"/>
          </ac:spMkLst>
        </pc:spChg>
        <pc:spChg chg="mod">
          <ac:chgData name="Pierre Francois ITEL" userId="ca57bf8c-dba7-4c63-8cdc-2c9a9977754e" providerId="ADAL" clId="{D7F67992-ED55-4CF7-A6CC-BB4326047705}" dt="2026-08-20T05:34:48.023" v="1169"/>
          <ac:spMkLst>
            <pc:docMk/>
            <pc:sldMk cId="1308122709" sldId="268"/>
            <ac:spMk id="75" creationId="{F132D1CC-ABA2-D28B-A391-0D55E5E9A5C2}"/>
          </ac:spMkLst>
        </pc:spChg>
        <pc:spChg chg="mod">
          <ac:chgData name="Pierre Francois ITEL" userId="ca57bf8c-dba7-4c63-8cdc-2c9a9977754e" providerId="ADAL" clId="{D7F67992-ED55-4CF7-A6CC-BB4326047705}" dt="2026-08-20T05:35:44.507" v="1187" actId="20577"/>
          <ac:spMkLst>
            <pc:docMk/>
            <pc:sldMk cId="1308122709" sldId="268"/>
            <ac:spMk id="77" creationId="{FEA8C6C6-7083-20EF-A1AC-3A758753F24A}"/>
          </ac:spMkLst>
        </pc:spChg>
      </pc:sldChg>
      <pc:sldChg chg="addSp delSp modSp add mod">
        <pc:chgData name="Pierre Francois ITEL" userId="ca57bf8c-dba7-4c63-8cdc-2c9a9977754e" providerId="ADAL" clId="{D7F67992-ED55-4CF7-A6CC-BB4326047705}" dt="2026-08-20T06:19:11.685" v="2424" actId="478"/>
        <pc:sldMkLst>
          <pc:docMk/>
          <pc:sldMk cId="876801606" sldId="269"/>
        </pc:sldMkLst>
        <pc:spChg chg="add mod">
          <ac:chgData name="Pierre Francois ITEL" userId="ca57bf8c-dba7-4c63-8cdc-2c9a9977754e" providerId="ADAL" clId="{D7F67992-ED55-4CF7-A6CC-BB4326047705}" dt="2026-08-20T05:36:07.817" v="1192" actId="20577"/>
          <ac:spMkLst>
            <pc:docMk/>
            <pc:sldMk cId="876801606" sldId="269"/>
            <ac:spMk id="4" creationId="{A4E9FF9E-09CB-7A40-152E-B27FBFA00630}"/>
          </ac:spMkLst>
        </pc:spChg>
        <pc:spChg chg="add mod">
          <ac:chgData name="Pierre Francois ITEL" userId="ca57bf8c-dba7-4c63-8cdc-2c9a9977754e" providerId="ADAL" clId="{D7F67992-ED55-4CF7-A6CC-BB4326047705}" dt="2026-08-20T05:36:21.098" v="1194" actId="20577"/>
          <ac:spMkLst>
            <pc:docMk/>
            <pc:sldMk cId="876801606" sldId="269"/>
            <ac:spMk id="6" creationId="{ECB0BC7D-E235-D8F8-4583-326ECA22A69C}"/>
          </ac:spMkLst>
        </pc:spChg>
        <pc:spChg chg="add mod">
          <ac:chgData name="Pierre Francois ITEL" userId="ca57bf8c-dba7-4c63-8cdc-2c9a9977754e" providerId="ADAL" clId="{D7F67992-ED55-4CF7-A6CC-BB4326047705}" dt="2026-08-20T06:16:15.509" v="2292" actId="1036"/>
          <ac:spMkLst>
            <pc:docMk/>
            <pc:sldMk cId="876801606" sldId="269"/>
            <ac:spMk id="7" creationId="{82A36DEC-24A5-0ADD-9E26-15332A8A92C7}"/>
          </ac:spMkLst>
        </pc:spChg>
        <pc:spChg chg="add mod">
          <ac:chgData name="Pierre Francois ITEL" userId="ca57bf8c-dba7-4c63-8cdc-2c9a9977754e" providerId="ADAL" clId="{D7F67992-ED55-4CF7-A6CC-BB4326047705}" dt="2026-08-20T06:16:36.655" v="2339" actId="20577"/>
          <ac:spMkLst>
            <pc:docMk/>
            <pc:sldMk cId="876801606" sldId="269"/>
            <ac:spMk id="12" creationId="{662F4FD7-A0FD-A720-E5A9-15177B4A466C}"/>
          </ac:spMkLst>
        </pc:spChg>
        <pc:spChg chg="add mod">
          <ac:chgData name="Pierre Francois ITEL" userId="ca57bf8c-dba7-4c63-8cdc-2c9a9977754e" providerId="ADAL" clId="{D7F67992-ED55-4CF7-A6CC-BB4326047705}" dt="2026-08-20T06:16:15.509" v="2292" actId="1036"/>
          <ac:spMkLst>
            <pc:docMk/>
            <pc:sldMk cId="876801606" sldId="269"/>
            <ac:spMk id="13" creationId="{9E3D5DB5-5D1F-4139-E905-9CF0CA9B2336}"/>
          </ac:spMkLst>
        </pc:spChg>
        <pc:spChg chg="add mod">
          <ac:chgData name="Pierre Francois ITEL" userId="ca57bf8c-dba7-4c63-8cdc-2c9a9977754e" providerId="ADAL" clId="{D7F67992-ED55-4CF7-A6CC-BB4326047705}" dt="2026-08-20T06:16:53.270" v="2341" actId="1076"/>
          <ac:spMkLst>
            <pc:docMk/>
            <pc:sldMk cId="876801606" sldId="269"/>
            <ac:spMk id="15" creationId="{B4774075-EA6B-E45F-776A-2A95BCBD9CA3}"/>
          </ac:spMkLst>
        </pc:spChg>
        <pc:spChg chg="add mod">
          <ac:chgData name="Pierre Francois ITEL" userId="ca57bf8c-dba7-4c63-8cdc-2c9a9977754e" providerId="ADAL" clId="{D7F67992-ED55-4CF7-A6CC-BB4326047705}" dt="2026-08-20T06:18:21.212" v="2376" actId="1076"/>
          <ac:spMkLst>
            <pc:docMk/>
            <pc:sldMk cId="876801606" sldId="269"/>
            <ac:spMk id="20" creationId="{1D127418-F1D0-BA77-5F39-5B1AD7B086F9}"/>
          </ac:spMkLst>
        </pc:spChg>
        <pc:spChg chg="add mod">
          <ac:chgData name="Pierre Francois ITEL" userId="ca57bf8c-dba7-4c63-8cdc-2c9a9977754e" providerId="ADAL" clId="{D7F67992-ED55-4CF7-A6CC-BB4326047705}" dt="2026-08-20T06:16:15.509" v="2292" actId="1036"/>
          <ac:spMkLst>
            <pc:docMk/>
            <pc:sldMk cId="876801606" sldId="269"/>
            <ac:spMk id="26" creationId="{F6FC2C98-69D3-7A76-C7D6-2EC6D806AA06}"/>
          </ac:spMkLst>
        </pc:spChg>
        <pc:spChg chg="add mod">
          <ac:chgData name="Pierre Francois ITEL" userId="ca57bf8c-dba7-4c63-8cdc-2c9a9977754e" providerId="ADAL" clId="{D7F67992-ED55-4CF7-A6CC-BB4326047705}" dt="2026-08-20T06:16:15.509" v="2292" actId="1036"/>
          <ac:spMkLst>
            <pc:docMk/>
            <pc:sldMk cId="876801606" sldId="269"/>
            <ac:spMk id="28" creationId="{F77421DE-D103-E01C-596D-1CC96465DC98}"/>
          </ac:spMkLst>
        </pc:spChg>
        <pc:spChg chg="add mod">
          <ac:chgData name="Pierre Francois ITEL" userId="ca57bf8c-dba7-4c63-8cdc-2c9a9977754e" providerId="ADAL" clId="{D7F67992-ED55-4CF7-A6CC-BB4326047705}" dt="2026-08-20T06:16:15.509" v="2292" actId="1036"/>
          <ac:spMkLst>
            <pc:docMk/>
            <pc:sldMk cId="876801606" sldId="269"/>
            <ac:spMk id="32" creationId="{C76AFEA6-3605-CCD1-E8B5-49E546F1CD3C}"/>
          </ac:spMkLst>
        </pc:spChg>
        <pc:spChg chg="add mod">
          <ac:chgData name="Pierre Francois ITEL" userId="ca57bf8c-dba7-4c63-8cdc-2c9a9977754e" providerId="ADAL" clId="{D7F67992-ED55-4CF7-A6CC-BB4326047705}" dt="2026-08-20T06:16:34.087" v="2338" actId="20577"/>
          <ac:spMkLst>
            <pc:docMk/>
            <pc:sldMk cId="876801606" sldId="269"/>
            <ac:spMk id="36" creationId="{E4DB3F6D-CF43-E852-61C0-F26CC8FB8AD4}"/>
          </ac:spMkLst>
        </pc:spChg>
        <pc:spChg chg="add mod">
          <ac:chgData name="Pierre Francois ITEL" userId="ca57bf8c-dba7-4c63-8cdc-2c9a9977754e" providerId="ADAL" clId="{D7F67992-ED55-4CF7-A6CC-BB4326047705}" dt="2026-08-20T06:16:31.285" v="2337" actId="1076"/>
          <ac:spMkLst>
            <pc:docMk/>
            <pc:sldMk cId="876801606" sldId="269"/>
            <ac:spMk id="40" creationId="{D2DB94D1-DCF1-C58F-6DDC-AD81B9FAD209}"/>
          </ac:spMkLst>
        </pc:spChg>
        <pc:spChg chg="add mod">
          <ac:chgData name="Pierre Francois ITEL" userId="ca57bf8c-dba7-4c63-8cdc-2c9a9977754e" providerId="ADAL" clId="{D7F67992-ED55-4CF7-A6CC-BB4326047705}" dt="2026-08-20T06:18:09.351" v="2373" actId="14100"/>
          <ac:spMkLst>
            <pc:docMk/>
            <pc:sldMk cId="876801606" sldId="269"/>
            <ac:spMk id="44" creationId="{18693831-A1CB-6826-EC71-2F2F76605E2A}"/>
          </ac:spMkLst>
        </pc:spChg>
        <pc:spChg chg="add mod">
          <ac:chgData name="Pierre Francois ITEL" userId="ca57bf8c-dba7-4c63-8cdc-2c9a9977754e" providerId="ADAL" clId="{D7F67992-ED55-4CF7-A6CC-BB4326047705}" dt="2026-08-20T06:17:38.902" v="2365" actId="1076"/>
          <ac:spMkLst>
            <pc:docMk/>
            <pc:sldMk cId="876801606" sldId="269"/>
            <ac:spMk id="48" creationId="{2B346579-329F-2AA9-8657-A2B0721E08FE}"/>
          </ac:spMkLst>
        </pc:spChg>
        <pc:spChg chg="mod">
          <ac:chgData name="Pierre Francois ITEL" userId="ca57bf8c-dba7-4c63-8cdc-2c9a9977754e" providerId="ADAL" clId="{D7F67992-ED55-4CF7-A6CC-BB4326047705}" dt="2026-08-20T05:07:29.739" v="480" actId="207"/>
          <ac:spMkLst>
            <pc:docMk/>
            <pc:sldMk cId="876801606" sldId="269"/>
            <ac:spMk id="49" creationId="{2F9729E7-E0E7-CF25-53C6-E554141D8F4E}"/>
          </ac:spMkLst>
        </pc:spChg>
        <pc:spChg chg="add mod">
          <ac:chgData name="Pierre Francois ITEL" userId="ca57bf8c-dba7-4c63-8cdc-2c9a9977754e" providerId="ADAL" clId="{D7F67992-ED55-4CF7-A6CC-BB4326047705}" dt="2026-08-20T06:17:54.264" v="2372" actId="1076"/>
          <ac:spMkLst>
            <pc:docMk/>
            <pc:sldMk cId="876801606" sldId="269"/>
            <ac:spMk id="52" creationId="{C94D4565-A0CF-DDED-260C-2F5A27D9CFD8}"/>
          </ac:spMkLst>
        </pc:spChg>
        <pc:spChg chg="mod">
          <ac:chgData name="Pierre Francois ITEL" userId="ca57bf8c-dba7-4c63-8cdc-2c9a9977754e" providerId="ADAL" clId="{D7F67992-ED55-4CF7-A6CC-BB4326047705}" dt="2026-08-20T05:07:33.837" v="481" actId="207"/>
          <ac:spMkLst>
            <pc:docMk/>
            <pc:sldMk cId="876801606" sldId="269"/>
            <ac:spMk id="53" creationId="{C0E879BA-A975-E60D-15BC-85A352ABAAE5}"/>
          </ac:spMkLst>
        </pc:spChg>
        <pc:spChg chg="add mod">
          <ac:chgData name="Pierre Francois ITEL" userId="ca57bf8c-dba7-4c63-8cdc-2c9a9977754e" providerId="ADAL" clId="{D7F67992-ED55-4CF7-A6CC-BB4326047705}" dt="2026-08-20T06:19:08.388" v="2423" actId="14100"/>
          <ac:spMkLst>
            <pc:docMk/>
            <pc:sldMk cId="876801606" sldId="269"/>
            <ac:spMk id="56" creationId="{5415AB96-22BC-92F3-753D-418FD8FCE3E7}"/>
          </ac:spMkLst>
        </pc:spChg>
        <pc:picChg chg="add mod">
          <ac:chgData name="Pierre Francois ITEL" userId="ca57bf8c-dba7-4c63-8cdc-2c9a9977754e" providerId="ADAL" clId="{D7F67992-ED55-4CF7-A6CC-BB4326047705}" dt="2026-08-20T06:15:07.258" v="2205" actId="1036"/>
          <ac:picMkLst>
            <pc:docMk/>
            <pc:sldMk cId="876801606" sldId="269"/>
            <ac:picMk id="10" creationId="{0758E610-E9CF-FAE6-AFFF-804CAE7FEBEF}"/>
          </ac:picMkLst>
        </pc:picChg>
        <pc:picChg chg="add mod">
          <ac:chgData name="Pierre Francois ITEL" userId="ca57bf8c-dba7-4c63-8cdc-2c9a9977754e" providerId="ADAL" clId="{D7F67992-ED55-4CF7-A6CC-BB4326047705}" dt="2026-08-20T06:18:16.195" v="2375" actId="1076"/>
          <ac:picMkLst>
            <pc:docMk/>
            <pc:sldMk cId="876801606" sldId="269"/>
            <ac:picMk id="14" creationId="{E52D9DCF-950A-3703-035B-8FE6E888651C}"/>
          </ac:picMkLst>
        </pc:picChg>
      </pc:sldChg>
      <pc:sldChg chg="addSp delSp modSp add mod">
        <pc:chgData name="Pierre Francois ITEL" userId="ca57bf8c-dba7-4c63-8cdc-2c9a9977754e" providerId="ADAL" clId="{D7F67992-ED55-4CF7-A6CC-BB4326047705}" dt="2026-08-20T06:20:39.637" v="2427" actId="20577"/>
        <pc:sldMkLst>
          <pc:docMk/>
          <pc:sldMk cId="468724486" sldId="270"/>
        </pc:sldMkLst>
        <pc:spChg chg="add mod">
          <ac:chgData name="Pierre Francois ITEL" userId="ca57bf8c-dba7-4c63-8cdc-2c9a9977754e" providerId="ADAL" clId="{D7F67992-ED55-4CF7-A6CC-BB4326047705}" dt="2026-08-20T06:03:26.491" v="1815" actId="6549"/>
          <ac:spMkLst>
            <pc:docMk/>
            <pc:sldMk cId="468724486" sldId="270"/>
            <ac:spMk id="4" creationId="{DC315CCE-94EC-CBE0-0759-38AF83E2D687}"/>
          </ac:spMkLst>
        </pc:spChg>
        <pc:spChg chg="add mod">
          <ac:chgData name="Pierre Francois ITEL" userId="ca57bf8c-dba7-4c63-8cdc-2c9a9977754e" providerId="ADAL" clId="{D7F67992-ED55-4CF7-A6CC-BB4326047705}" dt="2026-08-20T06:03:33.812" v="1816"/>
          <ac:spMkLst>
            <pc:docMk/>
            <pc:sldMk cId="468724486" sldId="270"/>
            <ac:spMk id="8" creationId="{FF796CC3-F764-BF14-1852-3485C32F8DC8}"/>
          </ac:spMkLst>
        </pc:spChg>
        <pc:spChg chg="add mod">
          <ac:chgData name="Pierre Francois ITEL" userId="ca57bf8c-dba7-4c63-8cdc-2c9a9977754e" providerId="ADAL" clId="{D7F67992-ED55-4CF7-A6CC-BB4326047705}" dt="2026-08-20T06:03:53.760" v="1842" actId="1036"/>
          <ac:spMkLst>
            <pc:docMk/>
            <pc:sldMk cId="468724486" sldId="270"/>
            <ac:spMk id="12" creationId="{3C0E5426-E0F9-A65C-9B61-EEDEECC1EF64}"/>
          </ac:spMkLst>
        </pc:spChg>
        <pc:spChg chg="add mod">
          <ac:chgData name="Pierre Francois ITEL" userId="ca57bf8c-dba7-4c63-8cdc-2c9a9977754e" providerId="ADAL" clId="{D7F67992-ED55-4CF7-A6CC-BB4326047705}" dt="2026-08-20T06:03:53.760" v="1842" actId="1036"/>
          <ac:spMkLst>
            <pc:docMk/>
            <pc:sldMk cId="468724486" sldId="270"/>
            <ac:spMk id="15" creationId="{C3741ABD-9847-467D-2B55-C05233DCE3F8}"/>
          </ac:spMkLst>
        </pc:spChg>
        <pc:spChg chg="add mod">
          <ac:chgData name="Pierre Francois ITEL" userId="ca57bf8c-dba7-4c63-8cdc-2c9a9977754e" providerId="ADAL" clId="{D7F67992-ED55-4CF7-A6CC-BB4326047705}" dt="2026-08-20T06:03:53.760" v="1842" actId="1036"/>
          <ac:spMkLst>
            <pc:docMk/>
            <pc:sldMk cId="468724486" sldId="270"/>
            <ac:spMk id="18" creationId="{7EEB778D-A9A9-04EA-D6E7-FE9BF354A2D9}"/>
          </ac:spMkLst>
        </pc:spChg>
        <pc:spChg chg="add mod">
          <ac:chgData name="Pierre Francois ITEL" userId="ca57bf8c-dba7-4c63-8cdc-2c9a9977754e" providerId="ADAL" clId="{D7F67992-ED55-4CF7-A6CC-BB4326047705}" dt="2026-08-20T06:03:53.760" v="1842" actId="1036"/>
          <ac:spMkLst>
            <pc:docMk/>
            <pc:sldMk cId="468724486" sldId="270"/>
            <ac:spMk id="20" creationId="{79FC30FD-718C-FF4E-C5E0-1EB9AA828B8B}"/>
          </ac:spMkLst>
        </pc:spChg>
        <pc:spChg chg="add mod">
          <ac:chgData name="Pierre Francois ITEL" userId="ca57bf8c-dba7-4c63-8cdc-2c9a9977754e" providerId="ADAL" clId="{D7F67992-ED55-4CF7-A6CC-BB4326047705}" dt="2026-08-20T06:03:53.760" v="1842" actId="1036"/>
          <ac:spMkLst>
            <pc:docMk/>
            <pc:sldMk cId="468724486" sldId="270"/>
            <ac:spMk id="24" creationId="{51EAC72D-29B7-12EA-0668-00B8DB784EBF}"/>
          </ac:spMkLst>
        </pc:spChg>
        <pc:spChg chg="add">
          <ac:chgData name="Pierre Francois ITEL" userId="ca57bf8c-dba7-4c63-8cdc-2c9a9977754e" providerId="ADAL" clId="{D7F67992-ED55-4CF7-A6CC-BB4326047705}" dt="2026-08-20T06:04:03.223" v="1844" actId="22"/>
          <ac:spMkLst>
            <pc:docMk/>
            <pc:sldMk cId="468724486" sldId="270"/>
            <ac:spMk id="40" creationId="{17338B59-3BEB-7DB7-5282-50DF17674230}"/>
          </ac:spMkLst>
        </pc:spChg>
        <pc:spChg chg="add">
          <ac:chgData name="Pierre Francois ITEL" userId="ca57bf8c-dba7-4c63-8cdc-2c9a9977754e" providerId="ADAL" clId="{D7F67992-ED55-4CF7-A6CC-BB4326047705}" dt="2026-08-20T06:04:03.223" v="1844" actId="22"/>
          <ac:spMkLst>
            <pc:docMk/>
            <pc:sldMk cId="468724486" sldId="270"/>
            <ac:spMk id="99" creationId="{464F47D7-CACB-D67C-5E50-C7281974D30F}"/>
          </ac:spMkLst>
        </pc:spChg>
        <pc:spChg chg="add">
          <ac:chgData name="Pierre Francois ITEL" userId="ca57bf8c-dba7-4c63-8cdc-2c9a9977754e" providerId="ADAL" clId="{D7F67992-ED55-4CF7-A6CC-BB4326047705}" dt="2026-08-20T06:04:03.223" v="1844" actId="22"/>
          <ac:spMkLst>
            <pc:docMk/>
            <pc:sldMk cId="468724486" sldId="270"/>
            <ac:spMk id="102" creationId="{B28E0416-BAF6-6D85-F08C-E47153AC4626}"/>
          </ac:spMkLst>
        </pc:spChg>
        <pc:spChg chg="mod">
          <ac:chgData name="Pierre Francois ITEL" userId="ca57bf8c-dba7-4c63-8cdc-2c9a9977754e" providerId="ADAL" clId="{D7F67992-ED55-4CF7-A6CC-BB4326047705}" dt="2026-08-20T06:20:06.555" v="2425" actId="20577"/>
          <ac:spMkLst>
            <pc:docMk/>
            <pc:sldMk cId="468724486" sldId="270"/>
            <ac:spMk id="115" creationId="{96A57147-6BDD-2CD9-D272-DC8D3DD0F41D}"/>
          </ac:spMkLst>
        </pc:spChg>
        <pc:spChg chg="add">
          <ac:chgData name="Pierre Francois ITEL" userId="ca57bf8c-dba7-4c63-8cdc-2c9a9977754e" providerId="ADAL" clId="{D7F67992-ED55-4CF7-A6CC-BB4326047705}" dt="2026-08-20T06:04:03.223" v="1844" actId="22"/>
          <ac:spMkLst>
            <pc:docMk/>
            <pc:sldMk cId="468724486" sldId="270"/>
            <ac:spMk id="127" creationId="{128A614B-BC51-06D3-CEE0-E489781107FC}"/>
          </ac:spMkLst>
        </pc:spChg>
        <pc:spChg chg="add">
          <ac:chgData name="Pierre Francois ITEL" userId="ca57bf8c-dba7-4c63-8cdc-2c9a9977754e" providerId="ADAL" clId="{D7F67992-ED55-4CF7-A6CC-BB4326047705}" dt="2026-08-20T06:04:03.223" v="1844" actId="22"/>
          <ac:spMkLst>
            <pc:docMk/>
            <pc:sldMk cId="468724486" sldId="270"/>
            <ac:spMk id="131" creationId="{E6663E93-3ED9-E5A4-FA00-B057D795B69C}"/>
          </ac:spMkLst>
        </pc:spChg>
        <pc:spChg chg="mod">
          <ac:chgData name="Pierre Francois ITEL" userId="ca57bf8c-dba7-4c63-8cdc-2c9a9977754e" providerId="ADAL" clId="{D7F67992-ED55-4CF7-A6CC-BB4326047705}" dt="2026-08-20T06:20:33.351" v="2426" actId="20577"/>
          <ac:spMkLst>
            <pc:docMk/>
            <pc:sldMk cId="468724486" sldId="270"/>
            <ac:spMk id="135" creationId="{C90F9466-6184-D16B-33BA-1F01E4BF87E9}"/>
          </ac:spMkLst>
        </pc:spChg>
        <pc:spChg chg="add">
          <ac:chgData name="Pierre Francois ITEL" userId="ca57bf8c-dba7-4c63-8cdc-2c9a9977754e" providerId="ADAL" clId="{D7F67992-ED55-4CF7-A6CC-BB4326047705}" dt="2026-08-20T06:04:03.223" v="1844" actId="22"/>
          <ac:spMkLst>
            <pc:docMk/>
            <pc:sldMk cId="468724486" sldId="270"/>
            <ac:spMk id="148" creationId="{F74B2869-43AA-EC2C-F8DD-921E68D1BEAB}"/>
          </ac:spMkLst>
        </pc:spChg>
        <pc:spChg chg="add">
          <ac:chgData name="Pierre Francois ITEL" userId="ca57bf8c-dba7-4c63-8cdc-2c9a9977754e" providerId="ADAL" clId="{D7F67992-ED55-4CF7-A6CC-BB4326047705}" dt="2026-08-20T06:04:03.223" v="1844" actId="22"/>
          <ac:spMkLst>
            <pc:docMk/>
            <pc:sldMk cId="468724486" sldId="270"/>
            <ac:spMk id="150" creationId="{2DC448CA-ED52-AAE6-BFE9-A41DBFB142EA}"/>
          </ac:spMkLst>
        </pc:spChg>
        <pc:spChg chg="add">
          <ac:chgData name="Pierre Francois ITEL" userId="ca57bf8c-dba7-4c63-8cdc-2c9a9977754e" providerId="ADAL" clId="{D7F67992-ED55-4CF7-A6CC-BB4326047705}" dt="2026-08-20T06:04:03.223" v="1844" actId="22"/>
          <ac:spMkLst>
            <pc:docMk/>
            <pc:sldMk cId="468724486" sldId="270"/>
            <ac:spMk id="152" creationId="{DE833CB5-D7A5-0D2E-5587-E0802D9F6D70}"/>
          </ac:spMkLst>
        </pc:spChg>
        <pc:spChg chg="add">
          <ac:chgData name="Pierre Francois ITEL" userId="ca57bf8c-dba7-4c63-8cdc-2c9a9977754e" providerId="ADAL" clId="{D7F67992-ED55-4CF7-A6CC-BB4326047705}" dt="2026-08-20T06:04:03.223" v="1844" actId="22"/>
          <ac:spMkLst>
            <pc:docMk/>
            <pc:sldMk cId="468724486" sldId="270"/>
            <ac:spMk id="154" creationId="{C39920A1-EE6A-0A1D-DCC6-4BD45BF02DB9}"/>
          </ac:spMkLst>
        </pc:spChg>
        <pc:spChg chg="mod">
          <ac:chgData name="Pierre Francois ITEL" userId="ca57bf8c-dba7-4c63-8cdc-2c9a9977754e" providerId="ADAL" clId="{D7F67992-ED55-4CF7-A6CC-BB4326047705}" dt="2026-08-20T06:20:39.637" v="2427" actId="20577"/>
          <ac:spMkLst>
            <pc:docMk/>
            <pc:sldMk cId="468724486" sldId="270"/>
            <ac:spMk id="156" creationId="{9F82225D-A0E7-4097-BA29-EDEFCE7CBB97}"/>
          </ac:spMkLst>
        </pc:spChg>
        <pc:spChg chg="add">
          <ac:chgData name="Pierre Francois ITEL" userId="ca57bf8c-dba7-4c63-8cdc-2c9a9977754e" providerId="ADAL" clId="{D7F67992-ED55-4CF7-A6CC-BB4326047705}" dt="2026-08-20T06:04:03.223" v="1844" actId="22"/>
          <ac:spMkLst>
            <pc:docMk/>
            <pc:sldMk cId="468724486" sldId="270"/>
            <ac:spMk id="162" creationId="{D2410E22-ACAA-2928-ABC6-8F50593FD7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228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04621-6337-0C8C-12BD-21D09F62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296D3F-5B8A-1CF6-B95B-ED3C994C2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E833D9-3170-FED2-300E-E56E100F1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1E26F-B954-D217-CE50-C2F4C26125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57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AC0A9-972E-EE8D-97B9-E83E3DF41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173E4-F66A-1D04-0E7B-12096D27B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782E1-B527-7FDC-FE39-DB4CE07D4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7F595-F310-7E24-FA78-526D27A9D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32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9B6FC-ABFB-016E-52A3-D57AFE572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4E6B2-F2A9-A928-A118-8182C3577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0EFB3-FC90-99DC-E0CF-4C35EAE96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E83E2-AFDE-841E-9800-24CA7D6E95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5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A4F6-E6DA-5F1E-9989-7876AD34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A6805-0AD1-32C8-C4F7-7253AF26A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015F6-B998-D826-04CB-8FC67ED44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29A18-C5CE-8202-743A-1330530EF8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64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2B507-30E7-02CE-8BD8-789ABBD9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B621D-C6DC-229B-632E-7912A09DD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9948C-0E4B-79F2-ACEA-B15E40A4B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1B13C-0765-3EF0-7C62-4023C9B1DA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07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0F684-50D0-ED11-636B-7DD371D5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6F5F96-7021-FD5C-269F-ECB60ADD13C0}"/>
              </a:ext>
            </a:extLst>
          </p:cNvPr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3F6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B5306A-95DA-34FC-5EF6-CDE780733BC9}"/>
              </a:ext>
            </a:extLst>
          </p:cNvPr>
          <p:cNvSpPr/>
          <p:nvPr/>
        </p:nvSpPr>
        <p:spPr>
          <a:xfrm>
            <a:off x="411480" y="1211579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noProof="0" dirty="0">
                <a:solidFill>
                  <a:srgbClr val="5A6070"/>
                </a:solidFill>
                <a:latin typeface="Calibri"/>
              </a:rPr>
              <a:t>L'acteur est déjà choisi : ce guide vous aide à préparer et conduire le premier contact, puis à en exploiter la suite</a:t>
            </a:r>
            <a:endParaRPr lang="fr-FR" sz="1600" noProof="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BA71440-B199-0CEE-153E-082397EE2A57}"/>
              </a:ext>
            </a:extLst>
          </p:cNvPr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800" i="1" noProof="0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d'activation des acteurs relais -  Passerelles&amp;Compétences - Août 2026</a:t>
            </a:r>
            <a:endParaRPr lang="fr-FR" sz="800" noProof="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E00FB9EC-4903-BE21-B474-4724535CC047}"/>
              </a:ext>
            </a:extLst>
          </p:cNvPr>
          <p:cNvSpPr/>
          <p:nvPr/>
        </p:nvSpPr>
        <p:spPr>
          <a:xfrm>
            <a:off x="1" y="0"/>
            <a:ext cx="2503966" cy="594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D'ACTIVATION</a:t>
            </a:r>
            <a:endParaRPr lang="fr-FR" sz="2000" noProof="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7BBC877F-623E-8DDF-F59D-6BB64E3D1050}"/>
              </a:ext>
            </a:extLst>
          </p:cNvPr>
          <p:cNvSpPr/>
          <p:nvPr/>
        </p:nvSpPr>
        <p:spPr>
          <a:xfrm>
            <a:off x="1" y="411481"/>
            <a:ext cx="250396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ACTEURS RELAIS</a:t>
            </a:r>
            <a:endParaRPr lang="fr-FR" sz="2000" noProof="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5443E126-3710-9651-1F7F-8E2D7B5F532D}"/>
              </a:ext>
            </a:extLst>
          </p:cNvPr>
          <p:cNvSpPr/>
          <p:nvPr/>
        </p:nvSpPr>
        <p:spPr>
          <a:xfrm>
            <a:off x="2626242" y="25945"/>
            <a:ext cx="9535278" cy="289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i="1" noProof="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préparer, conduire et exploiter un premier contact</a:t>
            </a:r>
            <a:endParaRPr lang="fr-FR" sz="1600" noProof="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7131E3AB-FB8B-7163-6515-0070B65CF180}"/>
              </a:ext>
            </a:extLst>
          </p:cNvPr>
          <p:cNvSpPr/>
          <p:nvPr/>
        </p:nvSpPr>
        <p:spPr>
          <a:xfrm>
            <a:off x="269748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122AC0F7-5362-A4B9-5D23-FA9448ADCF4A}"/>
              </a:ext>
            </a:extLst>
          </p:cNvPr>
          <p:cNvSpPr/>
          <p:nvPr/>
        </p:nvSpPr>
        <p:spPr>
          <a:xfrm>
            <a:off x="269748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</a:t>
            </a:r>
            <a:endParaRPr lang="fr-FR" sz="1800" noProof="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E94B82E9-ECDE-9C19-7B57-435CD2FE7AD2}"/>
              </a:ext>
            </a:extLst>
          </p:cNvPr>
          <p:cNvSpPr/>
          <p:nvPr/>
        </p:nvSpPr>
        <p:spPr>
          <a:xfrm>
            <a:off x="457200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AABA10D9-72DF-596D-FF9B-860F7F1CD179}"/>
              </a:ext>
            </a:extLst>
          </p:cNvPr>
          <p:cNvSpPr/>
          <p:nvPr/>
        </p:nvSpPr>
        <p:spPr>
          <a:xfrm>
            <a:off x="457200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</a:t>
            </a:r>
            <a:endParaRPr lang="fr-FR" sz="1800" noProof="0" dirty="0"/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93221F3F-D05F-E2B0-68BF-F0A059FC7395}"/>
              </a:ext>
            </a:extLst>
          </p:cNvPr>
          <p:cNvSpPr/>
          <p:nvPr/>
        </p:nvSpPr>
        <p:spPr>
          <a:xfrm>
            <a:off x="644652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83B3E2CB-52DD-0398-5A78-5DBEF0452539}"/>
              </a:ext>
            </a:extLst>
          </p:cNvPr>
          <p:cNvSpPr/>
          <p:nvPr/>
        </p:nvSpPr>
        <p:spPr>
          <a:xfrm>
            <a:off x="644652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</a:t>
            </a:r>
            <a:endParaRPr lang="fr-FR" sz="1800" noProof="0" dirty="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11F63C1A-55F0-7F2F-17AD-621049BE8893}"/>
              </a:ext>
            </a:extLst>
          </p:cNvPr>
          <p:cNvSpPr/>
          <p:nvPr/>
        </p:nvSpPr>
        <p:spPr>
          <a:xfrm>
            <a:off x="8321040" y="342899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60E65490-75F9-7CF4-4DD9-A7B7E82774F5}"/>
              </a:ext>
            </a:extLst>
          </p:cNvPr>
          <p:cNvSpPr/>
          <p:nvPr/>
        </p:nvSpPr>
        <p:spPr>
          <a:xfrm>
            <a:off x="8321040" y="34289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</a:t>
            </a:r>
            <a:endParaRPr lang="fr-FR" sz="1800" noProof="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BA6965AE-54AE-46BE-6556-E75E59C9880C}"/>
              </a:ext>
            </a:extLst>
          </p:cNvPr>
          <p:cNvSpPr/>
          <p:nvPr/>
        </p:nvSpPr>
        <p:spPr>
          <a:xfrm>
            <a:off x="10195560" y="342899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FE07A47B-EF00-5269-CA3C-E9003248A781}"/>
              </a:ext>
            </a:extLst>
          </p:cNvPr>
          <p:cNvSpPr/>
          <p:nvPr/>
        </p:nvSpPr>
        <p:spPr>
          <a:xfrm>
            <a:off x="10195560" y="34289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</a:t>
            </a:r>
            <a:endParaRPr lang="fr-FR" sz="1800" noProof="0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33AFBC58-E36F-8835-BC82-5DBF90D9305B}"/>
              </a:ext>
            </a:extLst>
          </p:cNvPr>
          <p:cNvSpPr/>
          <p:nvPr/>
        </p:nvSpPr>
        <p:spPr>
          <a:xfrm>
            <a:off x="429768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fr-FR" sz="1800" noProof="0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BB31BDA5-83EE-48EA-9A91-02AF0D44857D}"/>
              </a:ext>
            </a:extLst>
          </p:cNvPr>
          <p:cNvSpPr/>
          <p:nvPr/>
        </p:nvSpPr>
        <p:spPr>
          <a:xfrm>
            <a:off x="617220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fr-FR" sz="1800" noProof="0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BCB98E0B-BA66-FFBE-AB17-BAFC4000D843}"/>
              </a:ext>
            </a:extLst>
          </p:cNvPr>
          <p:cNvSpPr/>
          <p:nvPr/>
        </p:nvSpPr>
        <p:spPr>
          <a:xfrm>
            <a:off x="804672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fr-FR" sz="1800" noProof="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6C9E0DC5-A462-0270-FD26-AF6709332152}"/>
              </a:ext>
            </a:extLst>
          </p:cNvPr>
          <p:cNvSpPr/>
          <p:nvPr/>
        </p:nvSpPr>
        <p:spPr>
          <a:xfrm>
            <a:off x="9921240" y="397763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fr-FR" sz="1800" noProof="0" dirty="0"/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0027C338-16AE-C326-28F8-D1A459E926B8}"/>
              </a:ext>
            </a:extLst>
          </p:cNvPr>
          <p:cNvSpPr/>
          <p:nvPr/>
        </p:nvSpPr>
        <p:spPr>
          <a:xfrm>
            <a:off x="3017519" y="361188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chemeClr val="bg1"/>
                </a:solidFill>
                <a:latin typeface="Calibri"/>
              </a:rPr>
              <a:t>Préparer</a:t>
            </a:r>
            <a:br>
              <a:rPr lang="fr-FR" sz="1200" noProof="0" dirty="0">
                <a:solidFill>
                  <a:schemeClr val="bg1"/>
                </a:solidFill>
                <a:latin typeface="Calibri"/>
              </a:rPr>
            </a:br>
            <a:r>
              <a:rPr lang="fr-FR" sz="1200" noProof="0" dirty="0">
                <a:solidFill>
                  <a:schemeClr val="bg1"/>
                </a:solidFill>
                <a:latin typeface="Calibri"/>
              </a:rPr>
              <a:t>le contact</a:t>
            </a:r>
            <a:endParaRPr lang="fr-FR" sz="1200" noProof="0" dirty="0">
              <a:solidFill>
                <a:schemeClr val="bg1"/>
              </a:solidFill>
            </a:endParaRPr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4E7F3666-96BC-C6B9-7719-04FCBD30112D}"/>
              </a:ext>
            </a:extLst>
          </p:cNvPr>
          <p:cNvSpPr/>
          <p:nvPr/>
        </p:nvSpPr>
        <p:spPr>
          <a:xfrm>
            <a:off x="4892039" y="359947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chemeClr val="bg1"/>
                </a:solidFill>
                <a:latin typeface="Calibri"/>
              </a:rPr>
              <a:t>Choisir son angle d’entrée</a:t>
            </a:r>
            <a:endParaRPr lang="fr-FR" sz="1200" noProof="0" dirty="0">
              <a:solidFill>
                <a:schemeClr val="bg1"/>
              </a:solidFill>
            </a:endParaRPr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C77544C0-8268-63EB-B369-99A96198BB63}"/>
              </a:ext>
            </a:extLst>
          </p:cNvPr>
          <p:cNvSpPr/>
          <p:nvPr/>
        </p:nvSpPr>
        <p:spPr>
          <a:xfrm>
            <a:off x="6755926" y="358989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chemeClr val="bg1"/>
                </a:solidFill>
                <a:latin typeface="Calibri"/>
              </a:rPr>
              <a:t>Conduire le </a:t>
            </a:r>
            <a:br>
              <a:rPr lang="fr-FR" sz="1200" noProof="0" dirty="0">
                <a:solidFill>
                  <a:schemeClr val="bg1"/>
                </a:solidFill>
                <a:latin typeface="Calibri"/>
              </a:rPr>
            </a:br>
            <a:r>
              <a:rPr lang="fr-FR" sz="1200" noProof="0" dirty="0">
                <a:solidFill>
                  <a:schemeClr val="bg1"/>
                </a:solidFill>
                <a:latin typeface="Calibri"/>
              </a:rPr>
              <a:t>1</a:t>
            </a:r>
            <a:r>
              <a:rPr lang="fr-FR" sz="1200" baseline="30000" noProof="0" dirty="0">
                <a:solidFill>
                  <a:schemeClr val="bg1"/>
                </a:solidFill>
                <a:latin typeface="Calibri"/>
              </a:rPr>
              <a:t>er</a:t>
            </a:r>
            <a:r>
              <a:rPr lang="fr-FR" sz="1200" noProof="0" dirty="0">
                <a:solidFill>
                  <a:schemeClr val="bg1"/>
                </a:solidFill>
                <a:latin typeface="Calibri"/>
              </a:rPr>
              <a:t> échange</a:t>
            </a:r>
            <a:endParaRPr lang="fr-FR" sz="1200" noProof="0" dirty="0">
              <a:solidFill>
                <a:schemeClr val="bg1"/>
              </a:solidFill>
            </a:endParaRPr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2259556F-424D-D242-CAB0-97C1A79C9F69}"/>
              </a:ext>
            </a:extLst>
          </p:cNvPr>
          <p:cNvSpPr/>
          <p:nvPr/>
        </p:nvSpPr>
        <p:spPr>
          <a:xfrm>
            <a:off x="8641077" y="341798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chemeClr val="bg1"/>
                </a:solidFill>
                <a:latin typeface="Calibri"/>
              </a:rPr>
              <a:t>Conclure par</a:t>
            </a:r>
            <a:br>
              <a:rPr lang="fr-FR" sz="1200" noProof="0" dirty="0">
                <a:solidFill>
                  <a:schemeClr val="bg1"/>
                </a:solidFill>
                <a:latin typeface="Calibri"/>
              </a:rPr>
            </a:br>
            <a:r>
              <a:rPr lang="fr-FR" sz="1200" noProof="0" dirty="0">
                <a:solidFill>
                  <a:schemeClr val="bg1"/>
                </a:solidFill>
                <a:latin typeface="Calibri"/>
              </a:rPr>
              <a:t>un 1</a:t>
            </a:r>
            <a:r>
              <a:rPr lang="fr-FR" sz="1200" baseline="30000" noProof="0" dirty="0">
                <a:solidFill>
                  <a:schemeClr val="bg1"/>
                </a:solidFill>
                <a:latin typeface="Calibri"/>
              </a:rPr>
              <a:t>er</a:t>
            </a:r>
            <a:r>
              <a:rPr lang="fr-FR" sz="1200" noProof="0" dirty="0">
                <a:solidFill>
                  <a:schemeClr val="bg1"/>
                </a:solidFill>
                <a:latin typeface="Calibri"/>
              </a:rPr>
              <a:t> pas</a:t>
            </a:r>
            <a:endParaRPr lang="fr-FR" sz="1200" noProof="0" dirty="0">
              <a:solidFill>
                <a:schemeClr val="bg1"/>
              </a:solidFill>
            </a:endParaRPr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D3018050-6A1A-A60C-82C3-946D3E2923AC}"/>
              </a:ext>
            </a:extLst>
          </p:cNvPr>
          <p:cNvSpPr/>
          <p:nvPr/>
        </p:nvSpPr>
        <p:spPr>
          <a:xfrm>
            <a:off x="10515599" y="346619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chemeClr val="bg1"/>
                </a:solidFill>
                <a:latin typeface="Calibri"/>
              </a:rPr>
              <a:t>Qualifier</a:t>
            </a:r>
            <a:br>
              <a:rPr lang="fr-FR" sz="1200" noProof="0" dirty="0">
                <a:solidFill>
                  <a:schemeClr val="bg1"/>
                </a:solidFill>
                <a:latin typeface="Calibri"/>
              </a:rPr>
            </a:br>
            <a:r>
              <a:rPr lang="fr-FR" sz="1200" noProof="0" dirty="0">
                <a:solidFill>
                  <a:schemeClr val="bg1"/>
                </a:solidFill>
                <a:latin typeface="Calibri"/>
              </a:rPr>
              <a:t>et tracer</a:t>
            </a:r>
            <a:endParaRPr lang="fr-FR" sz="1200" noProof="0" dirty="0">
              <a:solidFill>
                <a:schemeClr val="bg1"/>
              </a:solidFill>
            </a:endParaRPr>
          </a:p>
        </p:txBody>
      </p:sp>
      <p:sp>
        <p:nvSpPr>
          <p:cNvPr id="75" name="Shape 5">
            <a:extLst>
              <a:ext uri="{FF2B5EF4-FFF2-40B4-BE49-F238E27FC236}">
                <a16:creationId xmlns:a16="http://schemas.microsoft.com/office/drawing/2014/main" id="{C3782C7C-B9D1-E131-C808-319310A8347C}"/>
              </a:ext>
            </a:extLst>
          </p:cNvPr>
          <p:cNvSpPr/>
          <p:nvPr/>
        </p:nvSpPr>
        <p:spPr>
          <a:xfrm>
            <a:off x="548640" y="207249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7" name="Text 6">
            <a:extLst>
              <a:ext uri="{FF2B5EF4-FFF2-40B4-BE49-F238E27FC236}">
                <a16:creationId xmlns:a16="http://schemas.microsoft.com/office/drawing/2014/main" id="{D6D91A62-C0B5-4587-9E11-5AE7B273903E}"/>
              </a:ext>
            </a:extLst>
          </p:cNvPr>
          <p:cNvSpPr/>
          <p:nvPr/>
        </p:nvSpPr>
        <p:spPr>
          <a:xfrm>
            <a:off x="548640" y="207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fr-FR" sz="1400" noProof="0" dirty="0"/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F79A034C-B6EE-E0BF-136A-4FA69628EEAF}"/>
              </a:ext>
            </a:extLst>
          </p:cNvPr>
          <p:cNvSpPr/>
          <p:nvPr/>
        </p:nvSpPr>
        <p:spPr>
          <a:xfrm>
            <a:off x="1124712" y="2099928"/>
            <a:ext cx="2112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B3F6E"/>
                </a:solidFill>
                <a:latin typeface="Calibri"/>
              </a:rPr>
              <a:t>Relire la fiche acteur</a:t>
            </a:r>
            <a:endParaRPr lang="fr-FR" sz="1300" noProof="0" dirty="0"/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09C44993-49AE-717C-5950-4E42A024391A}"/>
              </a:ext>
            </a:extLst>
          </p:cNvPr>
          <p:cNvSpPr/>
          <p:nvPr/>
        </p:nvSpPr>
        <p:spPr>
          <a:xfrm>
            <a:off x="1124712" y="2424541"/>
            <a:ext cx="2018273" cy="117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Angle d'approche</a:t>
            </a:r>
          </a:p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Rôle possible</a:t>
            </a:r>
          </a:p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Niveau d'entrée</a:t>
            </a:r>
            <a:br>
              <a:rPr lang="fr-FR" sz="1400" noProof="0" dirty="0">
                <a:solidFill>
                  <a:srgbClr val="1A1A2E"/>
                </a:solidFill>
                <a:latin typeface="Calibri"/>
              </a:rPr>
            </a:br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Point de vigilance</a:t>
            </a:r>
          </a:p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Questions spécifiques</a:t>
            </a:r>
            <a:endParaRPr lang="fr-FR" sz="1400" noProof="0" dirty="0"/>
          </a:p>
        </p:txBody>
      </p:sp>
      <p:sp>
        <p:nvSpPr>
          <p:cNvPr id="89" name="Shape 10">
            <a:extLst>
              <a:ext uri="{FF2B5EF4-FFF2-40B4-BE49-F238E27FC236}">
                <a16:creationId xmlns:a16="http://schemas.microsoft.com/office/drawing/2014/main" id="{E1B97A94-6C6D-2A50-3577-A52A96E53BCB}"/>
              </a:ext>
            </a:extLst>
          </p:cNvPr>
          <p:cNvSpPr/>
          <p:nvPr/>
        </p:nvSpPr>
        <p:spPr>
          <a:xfrm>
            <a:off x="3355636" y="207249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1" name="Text 11">
            <a:extLst>
              <a:ext uri="{FF2B5EF4-FFF2-40B4-BE49-F238E27FC236}">
                <a16:creationId xmlns:a16="http://schemas.microsoft.com/office/drawing/2014/main" id="{694F2B3E-843B-8B42-6601-20DDDD10C073}"/>
              </a:ext>
            </a:extLst>
          </p:cNvPr>
          <p:cNvSpPr/>
          <p:nvPr/>
        </p:nvSpPr>
        <p:spPr>
          <a:xfrm>
            <a:off x="3355636" y="207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fr-FR" sz="1400" noProof="0" dirty="0"/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D31A7591-EFF2-041C-99AC-610DAE82E072}"/>
              </a:ext>
            </a:extLst>
          </p:cNvPr>
          <p:cNvSpPr/>
          <p:nvPr/>
        </p:nvSpPr>
        <p:spPr>
          <a:xfrm>
            <a:off x="3931708" y="2099928"/>
            <a:ext cx="2121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B3F6E"/>
                </a:solidFill>
                <a:latin typeface="Calibri"/>
              </a:rPr>
              <a:t>Identifier le bon interlocuteur</a:t>
            </a:r>
            <a:endParaRPr lang="fr-FR" sz="1300" noProof="0" dirty="0"/>
          </a:p>
        </p:txBody>
      </p:sp>
      <p:sp>
        <p:nvSpPr>
          <p:cNvPr id="95" name="Text 13">
            <a:extLst>
              <a:ext uri="{FF2B5EF4-FFF2-40B4-BE49-F238E27FC236}">
                <a16:creationId xmlns:a16="http://schemas.microsoft.com/office/drawing/2014/main" id="{70847147-E6F6-70CC-D510-5911854F5FDC}"/>
              </a:ext>
            </a:extLst>
          </p:cNvPr>
          <p:cNvSpPr/>
          <p:nvPr/>
        </p:nvSpPr>
        <p:spPr>
          <a:xfrm>
            <a:off x="3931708" y="2343200"/>
            <a:ext cx="2018273" cy="126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National, régional ou local selon la fiche </a:t>
            </a:r>
          </a:p>
          <a:p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Vérifiez le contact documenté et son statut dans la base des acteurs</a:t>
            </a:r>
          </a:p>
        </p:txBody>
      </p:sp>
      <p:sp>
        <p:nvSpPr>
          <p:cNvPr id="98" name="Shape 15">
            <a:extLst>
              <a:ext uri="{FF2B5EF4-FFF2-40B4-BE49-F238E27FC236}">
                <a16:creationId xmlns:a16="http://schemas.microsoft.com/office/drawing/2014/main" id="{7ED893A6-4BBE-413D-FCDE-7CFCE6F657CF}"/>
              </a:ext>
            </a:extLst>
          </p:cNvPr>
          <p:cNvSpPr/>
          <p:nvPr/>
        </p:nvSpPr>
        <p:spPr>
          <a:xfrm>
            <a:off x="6172200" y="2072493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0" name="Text 16">
            <a:extLst>
              <a:ext uri="{FF2B5EF4-FFF2-40B4-BE49-F238E27FC236}">
                <a16:creationId xmlns:a16="http://schemas.microsoft.com/office/drawing/2014/main" id="{4FC61105-F965-3D04-960F-7D85C7840FD8}"/>
              </a:ext>
            </a:extLst>
          </p:cNvPr>
          <p:cNvSpPr/>
          <p:nvPr/>
        </p:nvSpPr>
        <p:spPr>
          <a:xfrm>
            <a:off x="6172200" y="207249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fr-FR" sz="1400" noProof="0" dirty="0"/>
          </a:p>
        </p:txBody>
      </p:sp>
      <p:sp>
        <p:nvSpPr>
          <p:cNvPr id="102" name="Text 17">
            <a:extLst>
              <a:ext uri="{FF2B5EF4-FFF2-40B4-BE49-F238E27FC236}">
                <a16:creationId xmlns:a16="http://schemas.microsoft.com/office/drawing/2014/main" id="{2AC41842-849E-6C5E-1D4D-BD89820C9551}"/>
              </a:ext>
            </a:extLst>
          </p:cNvPr>
          <p:cNvSpPr/>
          <p:nvPr/>
        </p:nvSpPr>
        <p:spPr>
          <a:xfrm>
            <a:off x="6748272" y="2099925"/>
            <a:ext cx="19757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B3F6E"/>
                </a:solidFill>
                <a:latin typeface="Calibri"/>
              </a:rPr>
              <a:t>Vérifier l'historique P&amp;C</a:t>
            </a:r>
            <a:endParaRPr lang="fr-FR" sz="1300" noProof="0" dirty="0"/>
          </a:p>
        </p:txBody>
      </p:sp>
      <p:sp>
        <p:nvSpPr>
          <p:cNvPr id="105" name="Shape 20">
            <a:extLst>
              <a:ext uri="{FF2B5EF4-FFF2-40B4-BE49-F238E27FC236}">
                <a16:creationId xmlns:a16="http://schemas.microsoft.com/office/drawing/2014/main" id="{24FE853A-CEB1-3A85-EA63-0ED09AABA6B2}"/>
              </a:ext>
            </a:extLst>
          </p:cNvPr>
          <p:cNvSpPr/>
          <p:nvPr/>
        </p:nvSpPr>
        <p:spPr>
          <a:xfrm>
            <a:off x="8949211" y="2072493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B3F6E"/>
          </a:solidFill>
          <a:ln w="12700">
            <a:solidFill>
              <a:srgbClr val="1B3F6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7" name="Text 21">
            <a:extLst>
              <a:ext uri="{FF2B5EF4-FFF2-40B4-BE49-F238E27FC236}">
                <a16:creationId xmlns:a16="http://schemas.microsoft.com/office/drawing/2014/main" id="{98D885A4-C60F-6E4C-7DAB-7D8AEFD8A5A9}"/>
              </a:ext>
            </a:extLst>
          </p:cNvPr>
          <p:cNvSpPr/>
          <p:nvPr/>
        </p:nvSpPr>
        <p:spPr>
          <a:xfrm>
            <a:off x="8949211" y="207249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fr-FR" sz="1400" noProof="0" dirty="0"/>
          </a:p>
        </p:txBody>
      </p:sp>
      <p:sp>
        <p:nvSpPr>
          <p:cNvPr id="109" name="Text 22">
            <a:extLst>
              <a:ext uri="{FF2B5EF4-FFF2-40B4-BE49-F238E27FC236}">
                <a16:creationId xmlns:a16="http://schemas.microsoft.com/office/drawing/2014/main" id="{4672F14F-44F0-1312-FA37-2004642A579F}"/>
              </a:ext>
            </a:extLst>
          </p:cNvPr>
          <p:cNvSpPr/>
          <p:nvPr/>
        </p:nvSpPr>
        <p:spPr>
          <a:xfrm>
            <a:off x="9525283" y="2099925"/>
            <a:ext cx="24076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B3F6E"/>
                </a:solidFill>
                <a:latin typeface="Calibri"/>
              </a:rPr>
              <a:t>Définir le résultat minimal</a:t>
            </a:r>
            <a:endParaRPr lang="fr-FR" sz="1300" noProof="0" dirty="0"/>
          </a:p>
        </p:txBody>
      </p:sp>
      <p:sp>
        <p:nvSpPr>
          <p:cNvPr id="111" name="Text 18">
            <a:extLst>
              <a:ext uri="{FF2B5EF4-FFF2-40B4-BE49-F238E27FC236}">
                <a16:creationId xmlns:a16="http://schemas.microsoft.com/office/drawing/2014/main" id="{BFB9DD72-B9D0-4E9E-88DC-F1FE1A23EE76}"/>
              </a:ext>
            </a:extLst>
          </p:cNvPr>
          <p:cNvSpPr/>
          <p:nvPr/>
        </p:nvSpPr>
        <p:spPr>
          <a:xfrm>
            <a:off x="6748272" y="2301093"/>
            <a:ext cx="2164292" cy="115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Relation nationale ou locale ? Contact déjà engagé ? Coordonnez-vous avant de reprendre la relation</a:t>
            </a:r>
          </a:p>
        </p:txBody>
      </p:sp>
      <p:sp>
        <p:nvSpPr>
          <p:cNvPr id="113" name="Text 23">
            <a:extLst>
              <a:ext uri="{FF2B5EF4-FFF2-40B4-BE49-F238E27FC236}">
                <a16:creationId xmlns:a16="http://schemas.microsoft.com/office/drawing/2014/main" id="{85FC3183-6E10-766E-C1E1-EAF85ECCC45F}"/>
              </a:ext>
            </a:extLst>
          </p:cNvPr>
          <p:cNvSpPr/>
          <p:nvPr/>
        </p:nvSpPr>
        <p:spPr>
          <a:xfrm>
            <a:off x="9522305" y="2462070"/>
            <a:ext cx="2151327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Quel premier pas </a:t>
            </a:r>
            <a:br>
              <a:rPr lang="fr-FR" sz="1400" noProof="0" dirty="0">
                <a:solidFill>
                  <a:srgbClr val="1A1A2E"/>
                </a:solidFill>
                <a:latin typeface="Calibri"/>
              </a:rPr>
            </a:br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souhaitez-vous tester </a:t>
            </a:r>
            <a:r>
              <a:rPr lang="fr-FR" sz="1400" noProof="0" dirty="0">
                <a:solidFill>
                  <a:srgbClr val="1A1A2E"/>
                </a:solidFill>
              </a:rPr>
              <a:t>?</a:t>
            </a:r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 </a:t>
            </a:r>
            <a:br>
              <a:rPr lang="fr-FR" sz="1400" noProof="0" dirty="0">
                <a:solidFill>
                  <a:srgbClr val="1A1A2E"/>
                </a:solidFill>
                <a:latin typeface="Calibri"/>
              </a:rPr>
            </a:br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- diffusion</a:t>
            </a:r>
            <a:br>
              <a:rPr lang="fr-FR" sz="1400" noProof="0" dirty="0">
                <a:solidFill>
                  <a:srgbClr val="1A1A2E"/>
                </a:solidFill>
                <a:latin typeface="Calibri"/>
              </a:rPr>
            </a:br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- intervention</a:t>
            </a:r>
            <a:br>
              <a:rPr lang="fr-FR" sz="1400" noProof="0" dirty="0">
                <a:solidFill>
                  <a:srgbClr val="1A1A2E"/>
                </a:solidFill>
                <a:latin typeface="Calibri"/>
              </a:rPr>
            </a:br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- mise en relation</a:t>
            </a:r>
            <a:br>
              <a:rPr lang="fr-FR" sz="1400" noProof="0" dirty="0">
                <a:solidFill>
                  <a:srgbClr val="1A1A2E"/>
                </a:solidFill>
                <a:latin typeface="Calibri"/>
              </a:rPr>
            </a:br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- recommandation</a:t>
            </a:r>
            <a:br>
              <a:rPr lang="fr-FR" sz="1400" noProof="0" dirty="0">
                <a:solidFill>
                  <a:srgbClr val="1A1A2E"/>
                </a:solidFill>
                <a:latin typeface="Calibri"/>
              </a:rPr>
            </a:br>
            <a:r>
              <a:rPr lang="fr-FR" sz="1400" noProof="0" dirty="0">
                <a:solidFill>
                  <a:srgbClr val="1A1A2E"/>
                </a:solidFill>
                <a:latin typeface="Calibri"/>
              </a:rPr>
              <a:t>- pilote</a:t>
            </a:r>
          </a:p>
        </p:txBody>
      </p:sp>
      <p:sp>
        <p:nvSpPr>
          <p:cNvPr id="115" name="Text 24">
            <a:extLst>
              <a:ext uri="{FF2B5EF4-FFF2-40B4-BE49-F238E27FC236}">
                <a16:creationId xmlns:a16="http://schemas.microsoft.com/office/drawing/2014/main" id="{8AE74882-785F-312D-8A0E-1FD091317092}"/>
              </a:ext>
            </a:extLst>
          </p:cNvPr>
          <p:cNvSpPr/>
          <p:nvPr/>
        </p:nvSpPr>
        <p:spPr>
          <a:xfrm>
            <a:off x="411480" y="1568723"/>
            <a:ext cx="1136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noProof="0" dirty="0">
                <a:solidFill>
                  <a:srgbClr val="5A6070"/>
                </a:solidFill>
                <a:latin typeface="Calibri"/>
              </a:rPr>
              <a:t>Objectif : savoir en 10 min pourquoi vous le contactez, ce qui peut l'intéresser et quelle suite vous souhaitez tester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1D0ABE-A809-4CF9-9F88-ED9101B54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015" y="4152880"/>
            <a:ext cx="3848128" cy="270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316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91812-2FE6-79ED-F1DE-105D76803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3D1C67-4B15-3D35-5987-6918F793364E}"/>
              </a:ext>
            </a:extLst>
          </p:cNvPr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3F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BA24C654-E1B1-FE8F-D61E-C71E12345EB4}"/>
              </a:ext>
            </a:extLst>
          </p:cNvPr>
          <p:cNvSpPr/>
          <p:nvPr/>
        </p:nvSpPr>
        <p:spPr>
          <a:xfrm>
            <a:off x="1" y="0"/>
            <a:ext cx="2503966" cy="594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D'ACTIVATION</a:t>
            </a:r>
            <a:endParaRPr lang="en-US" sz="20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DE98437E-CCED-03B4-BC6B-24417869F261}"/>
              </a:ext>
            </a:extLst>
          </p:cNvPr>
          <p:cNvSpPr/>
          <p:nvPr/>
        </p:nvSpPr>
        <p:spPr>
          <a:xfrm>
            <a:off x="1" y="411481"/>
            <a:ext cx="250396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ACTEURS RELAIS</a:t>
            </a:r>
            <a:endParaRPr lang="en-US" sz="20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B3CF4FED-227E-26DB-667D-65D263A1AAAB}"/>
              </a:ext>
            </a:extLst>
          </p:cNvPr>
          <p:cNvSpPr/>
          <p:nvPr/>
        </p:nvSpPr>
        <p:spPr>
          <a:xfrm>
            <a:off x="2626242" y="25945"/>
            <a:ext cx="9535278" cy="289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préparer, conduire et exploiter un premier contact</a:t>
            </a:r>
            <a:endParaRPr lang="en-US" sz="160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3365A62C-D074-C45C-33C1-52E98691F9EA}"/>
              </a:ext>
            </a:extLst>
          </p:cNvPr>
          <p:cNvSpPr/>
          <p:nvPr/>
        </p:nvSpPr>
        <p:spPr>
          <a:xfrm>
            <a:off x="269748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4029A6C1-C0FA-395A-ACC9-438F80A9A4D1}"/>
              </a:ext>
            </a:extLst>
          </p:cNvPr>
          <p:cNvSpPr/>
          <p:nvPr/>
        </p:nvSpPr>
        <p:spPr>
          <a:xfrm>
            <a:off x="269748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</a:t>
            </a:r>
            <a:endParaRPr lang="en-US" sz="18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7CD1C4C9-99C3-3709-7371-83AE9D2F775A}"/>
              </a:ext>
            </a:extLst>
          </p:cNvPr>
          <p:cNvSpPr/>
          <p:nvPr/>
        </p:nvSpPr>
        <p:spPr>
          <a:xfrm>
            <a:off x="457200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78B807BC-F059-E455-3F9C-F7027D4901E6}"/>
              </a:ext>
            </a:extLst>
          </p:cNvPr>
          <p:cNvSpPr/>
          <p:nvPr/>
        </p:nvSpPr>
        <p:spPr>
          <a:xfrm>
            <a:off x="457200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</a:t>
            </a:r>
            <a:endParaRPr lang="en-US" sz="1800" dirty="0"/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C1DA869C-3B99-334D-B5D0-EF9D5402AB2F}"/>
              </a:ext>
            </a:extLst>
          </p:cNvPr>
          <p:cNvSpPr/>
          <p:nvPr/>
        </p:nvSpPr>
        <p:spPr>
          <a:xfrm>
            <a:off x="644652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514A5AFF-8464-977B-90E9-084A7D9AE265}"/>
              </a:ext>
            </a:extLst>
          </p:cNvPr>
          <p:cNvSpPr/>
          <p:nvPr/>
        </p:nvSpPr>
        <p:spPr>
          <a:xfrm>
            <a:off x="644652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</a:t>
            </a:r>
            <a:endParaRPr lang="en-US" sz="1800" dirty="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579D8786-2719-B0C5-98B1-F040AB338FC4}"/>
              </a:ext>
            </a:extLst>
          </p:cNvPr>
          <p:cNvSpPr/>
          <p:nvPr/>
        </p:nvSpPr>
        <p:spPr>
          <a:xfrm>
            <a:off x="8321040" y="342899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7638C761-8606-E65C-1F04-EDB49EE4FB46}"/>
              </a:ext>
            </a:extLst>
          </p:cNvPr>
          <p:cNvSpPr/>
          <p:nvPr/>
        </p:nvSpPr>
        <p:spPr>
          <a:xfrm>
            <a:off x="8321040" y="34289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</a:t>
            </a:r>
            <a:endParaRPr lang="en-US" sz="180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B6EAE587-5BCB-8F22-EDF5-F42F5CEC65B7}"/>
              </a:ext>
            </a:extLst>
          </p:cNvPr>
          <p:cNvSpPr/>
          <p:nvPr/>
        </p:nvSpPr>
        <p:spPr>
          <a:xfrm>
            <a:off x="10195560" y="342899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73CEDE87-86EE-7A4B-4C92-D8C395871B0D}"/>
              </a:ext>
            </a:extLst>
          </p:cNvPr>
          <p:cNvSpPr/>
          <p:nvPr/>
        </p:nvSpPr>
        <p:spPr>
          <a:xfrm>
            <a:off x="10195560" y="34289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</a:t>
            </a:r>
            <a:endParaRPr lang="en-US" sz="1800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FC15B7B1-2263-5122-2F9C-3560C441BE0D}"/>
              </a:ext>
            </a:extLst>
          </p:cNvPr>
          <p:cNvSpPr/>
          <p:nvPr/>
        </p:nvSpPr>
        <p:spPr>
          <a:xfrm>
            <a:off x="429768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274D6F32-29D5-7174-FDFC-0D4DF06244C9}"/>
              </a:ext>
            </a:extLst>
          </p:cNvPr>
          <p:cNvSpPr/>
          <p:nvPr/>
        </p:nvSpPr>
        <p:spPr>
          <a:xfrm>
            <a:off x="617220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0EF25149-7F46-EA5E-4FAD-A801B2D6BE2C}"/>
              </a:ext>
            </a:extLst>
          </p:cNvPr>
          <p:cNvSpPr/>
          <p:nvPr/>
        </p:nvSpPr>
        <p:spPr>
          <a:xfrm>
            <a:off x="804672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7D96569A-5995-CF29-C2C1-E1EDB175211C}"/>
              </a:ext>
            </a:extLst>
          </p:cNvPr>
          <p:cNvSpPr/>
          <p:nvPr/>
        </p:nvSpPr>
        <p:spPr>
          <a:xfrm>
            <a:off x="9921240" y="397763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7B80EF61-6507-1F14-1E1D-CC6EE0EF8E33}"/>
              </a:ext>
            </a:extLst>
          </p:cNvPr>
          <p:cNvSpPr/>
          <p:nvPr/>
        </p:nvSpPr>
        <p:spPr>
          <a:xfrm>
            <a:off x="3017519" y="361188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dirty="0" err="1">
                <a:solidFill>
                  <a:schemeClr val="bg1"/>
                </a:solidFill>
                <a:latin typeface="Calibri"/>
              </a:rPr>
              <a:t>Préparer</a:t>
            </a:r>
            <a:br>
              <a:rPr lang="fr-FR" sz="1200" dirty="0">
                <a:solidFill>
                  <a:schemeClr val="bg1"/>
                </a:solidFill>
                <a:latin typeface="Calibri"/>
              </a:rPr>
            </a:br>
            <a:r>
              <a:rPr lang="fr-FR" sz="1200" dirty="0">
                <a:solidFill>
                  <a:schemeClr val="bg1"/>
                </a:solidFill>
                <a:latin typeface="Calibri"/>
              </a:rPr>
              <a:t>le contact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C49446DC-390A-475D-FAE4-4AF967CB4B66}"/>
              </a:ext>
            </a:extLst>
          </p:cNvPr>
          <p:cNvSpPr/>
          <p:nvPr/>
        </p:nvSpPr>
        <p:spPr>
          <a:xfrm>
            <a:off x="4892039" y="359947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Choisir son angle d’entrée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6E519842-F05E-2F05-2ED0-9C4170A5C097}"/>
              </a:ext>
            </a:extLst>
          </p:cNvPr>
          <p:cNvSpPr/>
          <p:nvPr/>
        </p:nvSpPr>
        <p:spPr>
          <a:xfrm>
            <a:off x="6755926" y="358989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Conduire le 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1</a:t>
            </a:r>
            <a:r>
              <a:rPr lang="fr-FR" sz="1200" baseline="30000" dirty="0">
                <a:solidFill>
                  <a:schemeClr val="bg1"/>
                </a:solidFill>
              </a:rPr>
              <a:t>er</a:t>
            </a:r>
            <a:r>
              <a:rPr lang="fr-FR" sz="1200" dirty="0">
                <a:solidFill>
                  <a:schemeClr val="bg1"/>
                </a:solidFill>
              </a:rPr>
              <a:t> échange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A3B6FBA3-A070-AB86-6BF7-0BEB6F7C84B2}"/>
              </a:ext>
            </a:extLst>
          </p:cNvPr>
          <p:cNvSpPr/>
          <p:nvPr/>
        </p:nvSpPr>
        <p:spPr>
          <a:xfrm>
            <a:off x="8641077" y="341798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Conclure par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un 1</a:t>
            </a:r>
            <a:r>
              <a:rPr lang="fr-FR" sz="1200" baseline="30000" dirty="0">
                <a:solidFill>
                  <a:schemeClr val="bg1"/>
                </a:solidFill>
              </a:rPr>
              <a:t>er</a:t>
            </a:r>
            <a:r>
              <a:rPr lang="fr-FR" sz="1200" dirty="0">
                <a:solidFill>
                  <a:schemeClr val="bg1"/>
                </a:solidFill>
              </a:rPr>
              <a:t> pas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1321FA01-3304-1ADC-06CD-E16A0FBCFF5C}"/>
              </a:ext>
            </a:extLst>
          </p:cNvPr>
          <p:cNvSpPr/>
          <p:nvPr/>
        </p:nvSpPr>
        <p:spPr>
          <a:xfrm>
            <a:off x="10515599" y="346619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Qualifier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et tracer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315CCE-94EC-CBE0-0759-38AF83E2D687}"/>
              </a:ext>
            </a:extLst>
          </p:cNvPr>
          <p:cNvSpPr/>
          <p:nvPr/>
        </p:nvSpPr>
        <p:spPr>
          <a:xfrm>
            <a:off x="411480" y="1211579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dirty="0">
                <a:solidFill>
                  <a:srgbClr val="E8742A"/>
                </a:solidFill>
              </a:rPr>
              <a:t>La proposition de valeur se prépare avant le rendez-vous, mais se formule après avoir écouté l'acteur</a:t>
            </a:r>
          </a:p>
        </p:txBody>
      </p:sp>
      <p:sp>
        <p:nvSpPr>
          <p:cNvPr id="8" name="Text 24">
            <a:extLst>
              <a:ext uri="{FF2B5EF4-FFF2-40B4-BE49-F238E27FC236}">
                <a16:creationId xmlns:a16="http://schemas.microsoft.com/office/drawing/2014/main" id="{FF796CC3-F764-BF14-1852-3485C32F8DC8}"/>
              </a:ext>
            </a:extLst>
          </p:cNvPr>
          <p:cNvSpPr/>
          <p:nvPr/>
        </p:nvSpPr>
        <p:spPr>
          <a:xfrm>
            <a:off x="411480" y="1568723"/>
            <a:ext cx="1136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dirty="0">
                <a:solidFill>
                  <a:srgbClr val="5A6070"/>
                </a:solidFill>
              </a:rPr>
              <a:t>Ne commencez pas par le mécénat de compétences. Commencez par un enjeu concret de l'acteur</a:t>
            </a:r>
            <a:endParaRPr lang="fr-FR" sz="16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C0E5426-E0F9-A65C-9B61-EEDEECC1EF64}"/>
              </a:ext>
            </a:extLst>
          </p:cNvPr>
          <p:cNvSpPr/>
          <p:nvPr/>
        </p:nvSpPr>
        <p:spPr>
          <a:xfrm>
            <a:off x="499730" y="1974466"/>
            <a:ext cx="110674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 dirty="0">
                <a:solidFill>
                  <a:srgbClr val="1B3F6E"/>
                </a:solidFill>
                <a:latin typeface="Calibri"/>
              </a:rPr>
              <a:t>Quel </a:t>
            </a:r>
            <a:r>
              <a:rPr sz="1600" b="1" dirty="0" err="1">
                <a:solidFill>
                  <a:srgbClr val="1B3F6E"/>
                </a:solidFill>
                <a:latin typeface="Calibri"/>
              </a:rPr>
              <a:t>enjeu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F6E"/>
                </a:solidFill>
                <a:latin typeface="Calibri"/>
              </a:rPr>
              <a:t>peut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F6E"/>
                </a:solidFill>
                <a:latin typeface="Calibri"/>
              </a:rPr>
              <a:t>ouvrir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 la conversation ?</a:t>
            </a:r>
            <a:endParaRPr lang="en-US" sz="16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C3741ABD-9847-467D-2B55-C05233DCE3F8}"/>
              </a:ext>
            </a:extLst>
          </p:cNvPr>
          <p:cNvSpPr/>
          <p:nvPr/>
        </p:nvSpPr>
        <p:spPr>
          <a:xfrm>
            <a:off x="499729" y="2300457"/>
            <a:ext cx="5013251" cy="2084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>
                <a:solidFill>
                  <a:srgbClr val="1A1A2E"/>
                </a:solidFill>
              </a:rPr>
              <a:t>Reprenez l'angle d'approche de la fiche acteur</a:t>
            </a:r>
            <a:endParaRPr lang="fr-FR" sz="1400" dirty="0"/>
          </a:p>
          <a:p>
            <a:r>
              <a:rPr sz="1400" dirty="0">
                <a:solidFill>
                  <a:srgbClr val="1A1A2E"/>
                </a:solidFill>
                <a:latin typeface="Calibri"/>
              </a:rPr>
              <a:t>PME</a:t>
            </a:r>
            <a:endParaRPr lang="fr-FR" sz="1400" dirty="0">
              <a:solidFill>
                <a:srgbClr val="1A1A2E"/>
              </a:solidFill>
              <a:latin typeface="Calibri"/>
            </a:endParaRPr>
          </a:p>
          <a:p>
            <a:r>
              <a:rPr sz="1400" dirty="0">
                <a:solidFill>
                  <a:srgbClr val="1A1A2E"/>
                </a:solidFill>
                <a:latin typeface="Calibri"/>
              </a:rPr>
              <a:t>RSE</a:t>
            </a:r>
            <a:endParaRPr lang="fr-FR" sz="1400" dirty="0">
              <a:solidFill>
                <a:srgbClr val="1A1A2E"/>
              </a:solidFill>
              <a:latin typeface="Calibri"/>
            </a:endParaRPr>
          </a:p>
          <a:p>
            <a:r>
              <a:rPr sz="1400" dirty="0">
                <a:solidFill>
                  <a:srgbClr val="1A1A2E"/>
                </a:solidFill>
                <a:latin typeface="Calibri"/>
              </a:rPr>
              <a:t>RH</a:t>
            </a:r>
            <a:endParaRPr lang="fr-FR" sz="1400" dirty="0">
              <a:solidFill>
                <a:srgbClr val="1A1A2E"/>
              </a:solidFill>
              <a:latin typeface="Calibri"/>
            </a:endParaRPr>
          </a:p>
          <a:p>
            <a:r>
              <a:rPr lang="fr-FR" sz="1400" dirty="0">
                <a:solidFill>
                  <a:srgbClr val="1A1A2E"/>
                </a:solidFill>
                <a:latin typeface="Calibri"/>
              </a:rPr>
              <a:t>S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eniors</a:t>
            </a:r>
            <a:endParaRPr lang="fr-FR" sz="1400" dirty="0">
              <a:solidFill>
                <a:srgbClr val="1A1A2E"/>
              </a:solidFill>
              <a:latin typeface="Calibri"/>
            </a:endParaRPr>
          </a:p>
          <a:p>
            <a:r>
              <a:rPr lang="fr-FR" sz="1400" dirty="0">
                <a:solidFill>
                  <a:srgbClr val="1A1A2E"/>
                </a:solidFill>
                <a:latin typeface="Calibri"/>
              </a:rPr>
              <a:t>E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mploi-retraite</a:t>
            </a:r>
            <a:endParaRPr lang="fr-FR" sz="1400" dirty="0">
              <a:solidFill>
                <a:srgbClr val="1A1A2E"/>
              </a:solidFill>
              <a:latin typeface="Calibri"/>
            </a:endParaRPr>
          </a:p>
          <a:p>
            <a:r>
              <a:rPr lang="fr-FR" sz="1400" dirty="0">
                <a:solidFill>
                  <a:srgbClr val="1A1A2E"/>
                </a:solidFill>
                <a:latin typeface="Calibri"/>
              </a:rPr>
              <a:t>E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ngagement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territorial</a:t>
            </a:r>
            <a:endParaRPr lang="fr-FR" sz="1400" dirty="0">
              <a:solidFill>
                <a:srgbClr val="1A1A2E"/>
              </a:solidFill>
              <a:latin typeface="Calibri"/>
            </a:endParaRPr>
          </a:p>
          <a:p>
            <a:r>
              <a:rPr lang="fr-FR" sz="1400" dirty="0">
                <a:solidFill>
                  <a:srgbClr val="1A1A2E"/>
                </a:solidFill>
                <a:latin typeface="Calibri"/>
              </a:rPr>
              <a:t>A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ccompagnement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des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dirigeants</a:t>
            </a:r>
            <a:br>
              <a:rPr lang="fr-FR" sz="1400" dirty="0">
                <a:solidFill>
                  <a:srgbClr val="1A1A2E"/>
                </a:solidFill>
                <a:latin typeface="Calibri"/>
              </a:rPr>
            </a:br>
            <a:r>
              <a:rPr sz="1400" dirty="0">
                <a:solidFill>
                  <a:srgbClr val="1A1A2E"/>
                </a:solidFill>
                <a:latin typeface="Calibri"/>
              </a:rPr>
              <a:t>…</a:t>
            </a:r>
            <a:endParaRPr lang="en-US" sz="14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7EEB778D-A9A9-04EA-D6E7-FE9BF354A2D9}"/>
              </a:ext>
            </a:extLst>
          </p:cNvPr>
          <p:cNvSpPr/>
          <p:nvPr/>
        </p:nvSpPr>
        <p:spPr>
          <a:xfrm>
            <a:off x="499730" y="4450150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 dirty="0">
                <a:solidFill>
                  <a:srgbClr val="1B3F6E"/>
                </a:solidFill>
                <a:latin typeface="Calibri"/>
              </a:rPr>
              <a:t>Quel </a:t>
            </a:r>
            <a:r>
              <a:rPr sz="1600" b="1" dirty="0" err="1">
                <a:solidFill>
                  <a:srgbClr val="1B3F6E"/>
                </a:solidFill>
                <a:latin typeface="Calibri"/>
              </a:rPr>
              <a:t>intérêt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F6E"/>
                </a:solidFill>
                <a:latin typeface="Calibri"/>
              </a:rPr>
              <a:t>concret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F6E"/>
                </a:solidFill>
                <a:latin typeface="Calibri"/>
              </a:rPr>
              <a:t>peut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-il </a:t>
            </a:r>
            <a:r>
              <a:rPr sz="1600" b="1" dirty="0" err="1">
                <a:solidFill>
                  <a:srgbClr val="1B3F6E"/>
                </a:solidFill>
                <a:latin typeface="Calibri"/>
              </a:rPr>
              <a:t>trouver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 à </a:t>
            </a:r>
            <a:r>
              <a:rPr sz="1600" b="1" dirty="0" err="1">
                <a:solidFill>
                  <a:srgbClr val="1B3F6E"/>
                </a:solidFill>
                <a:latin typeface="Calibri"/>
              </a:rPr>
              <a:t>avancer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 avec P&amp;C ?</a:t>
            </a:r>
            <a:endParaRPr lang="en-US" sz="16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79FC30FD-718C-FF4E-C5E0-1EB9AA828B8B}"/>
              </a:ext>
            </a:extLst>
          </p:cNvPr>
          <p:cNvSpPr/>
          <p:nvPr/>
        </p:nvSpPr>
        <p:spPr>
          <a:xfrm>
            <a:off x="499730" y="4771569"/>
            <a:ext cx="4965405" cy="1528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>
                <a:solidFill>
                  <a:srgbClr val="1A1A2E"/>
                </a:solidFill>
              </a:rPr>
              <a:t>Préparez une hypothèse, puis validez-la pendant l'échange</a:t>
            </a:r>
          </a:p>
          <a:p>
            <a:r>
              <a:rPr sz="1400" dirty="0" err="1">
                <a:solidFill>
                  <a:srgbClr val="1A1A2E"/>
                </a:solidFill>
                <a:latin typeface="Calibri"/>
              </a:rPr>
              <a:t>Enrichir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son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accompagnement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</a:t>
            </a:r>
            <a:endParaRPr lang="fr-FR" sz="1400" dirty="0">
              <a:solidFill>
                <a:srgbClr val="1A1A2E"/>
              </a:solidFill>
              <a:latin typeface="Calibri"/>
            </a:endParaRPr>
          </a:p>
          <a:p>
            <a:r>
              <a:rPr lang="fr-FR" sz="1400" dirty="0">
                <a:solidFill>
                  <a:srgbClr val="1A1A2E"/>
                </a:solidFill>
                <a:latin typeface="Calibri"/>
              </a:rPr>
              <a:t>P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roposer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une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action à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ses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membres</a:t>
            </a:r>
            <a:endParaRPr lang="fr-FR" sz="1400" dirty="0">
              <a:solidFill>
                <a:srgbClr val="1A1A2E"/>
              </a:solidFill>
              <a:latin typeface="Calibri"/>
            </a:endParaRPr>
          </a:p>
          <a:p>
            <a:r>
              <a:rPr lang="fr-FR" sz="1400" dirty="0">
                <a:solidFill>
                  <a:srgbClr val="1A1A2E"/>
                </a:solidFill>
                <a:latin typeface="Calibri"/>
              </a:rPr>
              <a:t>A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ccéder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à un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dispositif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opérationnel</a:t>
            </a:r>
            <a:endParaRPr lang="fr-FR" sz="1400" dirty="0">
              <a:solidFill>
                <a:srgbClr val="1A1A2E"/>
              </a:solidFill>
              <a:latin typeface="Calibri"/>
            </a:endParaRPr>
          </a:p>
          <a:p>
            <a:r>
              <a:rPr lang="fr-FR" sz="1400" dirty="0">
                <a:solidFill>
                  <a:srgbClr val="1A1A2E"/>
                </a:solidFill>
                <a:latin typeface="Calibri"/>
              </a:rPr>
              <a:t>M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utualiser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des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ressources</a:t>
            </a:r>
            <a:endParaRPr lang="fr-FR" sz="1400" dirty="0">
              <a:solidFill>
                <a:srgbClr val="1A1A2E"/>
              </a:solidFill>
              <a:latin typeface="Calibri"/>
            </a:endParaRPr>
          </a:p>
          <a:p>
            <a:r>
              <a:rPr sz="1400" dirty="0">
                <a:solidFill>
                  <a:srgbClr val="1A1A2E"/>
                </a:solidFill>
                <a:latin typeface="Calibri"/>
              </a:rPr>
              <a:t>…</a:t>
            </a:r>
            <a:endParaRPr lang="en-US" sz="14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51EAC72D-29B7-12EA-0668-00B8DB784EBF}"/>
              </a:ext>
            </a:extLst>
          </p:cNvPr>
          <p:cNvSpPr/>
          <p:nvPr/>
        </p:nvSpPr>
        <p:spPr>
          <a:xfrm>
            <a:off x="530566" y="4412513"/>
            <a:ext cx="5292000" cy="0"/>
          </a:xfrm>
          <a:prstGeom prst="line">
            <a:avLst/>
          </a:prstGeom>
          <a:noFill/>
          <a:ln w="635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ounded Rectangle 18">
            <a:extLst>
              <a:ext uri="{FF2B5EF4-FFF2-40B4-BE49-F238E27FC236}">
                <a16:creationId xmlns:a16="http://schemas.microsoft.com/office/drawing/2014/main" id="{02825D56-0AC1-43EC-8904-E6C74895410B}"/>
              </a:ext>
            </a:extLst>
          </p:cNvPr>
          <p:cNvSpPr/>
          <p:nvPr/>
        </p:nvSpPr>
        <p:spPr>
          <a:xfrm>
            <a:off x="5860807" y="2075887"/>
            <a:ext cx="2994128" cy="68096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6C6B5F52-AD7F-C564-164E-7FF315213BE5}"/>
              </a:ext>
            </a:extLst>
          </p:cNvPr>
          <p:cNvSpPr txBox="1"/>
          <p:nvPr/>
        </p:nvSpPr>
        <p:spPr>
          <a:xfrm>
            <a:off x="5970535" y="2130751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B3F6E"/>
                </a:solidFill>
                <a:latin typeface="Calibri"/>
              </a:rPr>
              <a:t>CCI France</a:t>
            </a: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17338B59-3BEB-7DB7-5282-50DF17674230}"/>
              </a:ext>
            </a:extLst>
          </p:cNvPr>
          <p:cNvSpPr txBox="1"/>
          <p:nvPr/>
        </p:nvSpPr>
        <p:spPr>
          <a:xfrm>
            <a:off x="5970536" y="2323230"/>
            <a:ext cx="2884400" cy="17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60" b="1" i="0" dirty="0" err="1">
                <a:solidFill>
                  <a:srgbClr val="1F2430"/>
                </a:solidFill>
                <a:latin typeface="Calibri"/>
              </a:rPr>
              <a:t>Ancrage</a:t>
            </a:r>
            <a:r>
              <a:rPr sz="1160" b="1" i="0" dirty="0">
                <a:solidFill>
                  <a:srgbClr val="1F2430"/>
                </a:solidFill>
                <a:latin typeface="Calibri"/>
              </a:rPr>
              <a:t> territorial + </a:t>
            </a:r>
            <a:r>
              <a:rPr sz="1160" b="1" i="0" dirty="0" err="1">
                <a:solidFill>
                  <a:srgbClr val="1F2430"/>
                </a:solidFill>
                <a:latin typeface="Calibri"/>
              </a:rPr>
              <a:t>accompagnement</a:t>
            </a:r>
            <a:r>
              <a:rPr sz="1160" b="1" i="0" dirty="0">
                <a:solidFill>
                  <a:srgbClr val="1F2430"/>
                </a:solidFill>
                <a:latin typeface="Calibri"/>
              </a:rPr>
              <a:t> PME</a:t>
            </a:r>
          </a:p>
        </p:txBody>
      </p:sp>
      <p:sp>
        <p:nvSpPr>
          <p:cNvPr id="48" name="TextBox 21">
            <a:extLst>
              <a:ext uri="{FF2B5EF4-FFF2-40B4-BE49-F238E27FC236}">
                <a16:creationId xmlns:a16="http://schemas.microsoft.com/office/drawing/2014/main" id="{BB873E22-1919-E129-FF38-CD658201417B}"/>
              </a:ext>
            </a:extLst>
          </p:cNvPr>
          <p:cNvSpPr txBox="1"/>
          <p:nvPr/>
        </p:nvSpPr>
        <p:spPr>
          <a:xfrm>
            <a:off x="5970535" y="2522149"/>
            <a:ext cx="2884401" cy="173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30" b="0" i="0" dirty="0" err="1">
                <a:solidFill>
                  <a:srgbClr val="5A6070"/>
                </a:solidFill>
                <a:latin typeface="Calibri"/>
              </a:rPr>
              <a:t>Entrer</a:t>
            </a:r>
            <a:r>
              <a:rPr sz="1130" b="0" i="0" dirty="0">
                <a:solidFill>
                  <a:srgbClr val="5A6070"/>
                </a:solidFill>
                <a:latin typeface="Calibri"/>
              </a:rPr>
              <a:t> par la CCI </a:t>
            </a:r>
            <a:r>
              <a:rPr sz="1130" b="0" i="0" dirty="0" err="1">
                <a:solidFill>
                  <a:srgbClr val="5A6070"/>
                </a:solidFill>
                <a:latin typeface="Calibri"/>
              </a:rPr>
              <a:t>régionale</a:t>
            </a:r>
            <a:r>
              <a:rPr sz="1130" b="0" i="0" dirty="0">
                <a:solidFill>
                  <a:srgbClr val="5A6070"/>
                </a:solidFill>
                <a:latin typeface="Calibri"/>
              </a:rPr>
              <a:t> ou </a:t>
            </a:r>
            <a:r>
              <a:rPr sz="1130" b="0" i="0" dirty="0" err="1">
                <a:solidFill>
                  <a:srgbClr val="5A6070"/>
                </a:solidFill>
                <a:latin typeface="Calibri"/>
              </a:rPr>
              <a:t>territoriale</a:t>
            </a:r>
            <a:endParaRPr sz="1130" b="0" i="0" dirty="0">
              <a:solidFill>
                <a:srgbClr val="5A6070"/>
              </a:solidFill>
              <a:latin typeface="Calibri"/>
            </a:endParaRPr>
          </a:p>
        </p:txBody>
      </p:sp>
      <p:sp>
        <p:nvSpPr>
          <p:cNvPr id="56" name="Rounded Rectangle 18">
            <a:extLst>
              <a:ext uri="{FF2B5EF4-FFF2-40B4-BE49-F238E27FC236}">
                <a16:creationId xmlns:a16="http://schemas.microsoft.com/office/drawing/2014/main" id="{0FA87895-6C1C-A8B1-3CCF-E9F896F23B61}"/>
              </a:ext>
            </a:extLst>
          </p:cNvPr>
          <p:cNvSpPr/>
          <p:nvPr/>
        </p:nvSpPr>
        <p:spPr>
          <a:xfrm>
            <a:off x="5869454" y="2914436"/>
            <a:ext cx="2994128" cy="68096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19">
            <a:extLst>
              <a:ext uri="{FF2B5EF4-FFF2-40B4-BE49-F238E27FC236}">
                <a16:creationId xmlns:a16="http://schemas.microsoft.com/office/drawing/2014/main" id="{5589A383-CC44-8A9A-96EE-697C6FCAF7C1}"/>
              </a:ext>
            </a:extLst>
          </p:cNvPr>
          <p:cNvSpPr txBox="1"/>
          <p:nvPr/>
        </p:nvSpPr>
        <p:spPr>
          <a:xfrm>
            <a:off x="5979182" y="2969299"/>
            <a:ext cx="234185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50" b="1" dirty="0">
                <a:solidFill>
                  <a:srgbClr val="1B3F6E"/>
                </a:solidFill>
              </a:rPr>
              <a:t>Les Entrepreneurs (CPME)</a:t>
            </a:r>
          </a:p>
        </p:txBody>
      </p:sp>
      <p:sp>
        <p:nvSpPr>
          <p:cNvPr id="72" name="TextBox 20">
            <a:extLst>
              <a:ext uri="{FF2B5EF4-FFF2-40B4-BE49-F238E27FC236}">
                <a16:creationId xmlns:a16="http://schemas.microsoft.com/office/drawing/2014/main" id="{FB3A4A93-C105-19E5-FD05-59ED9F054942}"/>
              </a:ext>
            </a:extLst>
          </p:cNvPr>
          <p:cNvSpPr txBox="1"/>
          <p:nvPr/>
        </p:nvSpPr>
        <p:spPr>
          <a:xfrm>
            <a:off x="5979183" y="3161779"/>
            <a:ext cx="2884400" cy="17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60" b="1" dirty="0">
                <a:solidFill>
                  <a:srgbClr val="1F2430"/>
                </a:solidFill>
              </a:rPr>
              <a:t>RSE dirigeants + transmission d'entreprise</a:t>
            </a:r>
          </a:p>
        </p:txBody>
      </p:sp>
      <p:sp>
        <p:nvSpPr>
          <p:cNvPr id="76" name="TextBox 21">
            <a:extLst>
              <a:ext uri="{FF2B5EF4-FFF2-40B4-BE49-F238E27FC236}">
                <a16:creationId xmlns:a16="http://schemas.microsoft.com/office/drawing/2014/main" id="{588E1E74-2B5E-AD81-A59E-DC8C11E019DF}"/>
              </a:ext>
            </a:extLst>
          </p:cNvPr>
          <p:cNvSpPr txBox="1"/>
          <p:nvPr/>
        </p:nvSpPr>
        <p:spPr>
          <a:xfrm>
            <a:off x="5979182" y="3360698"/>
            <a:ext cx="2884401" cy="173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30" dirty="0">
                <a:solidFill>
                  <a:srgbClr val="5A6070"/>
                </a:solidFill>
              </a:rPr>
              <a:t>Privilégier l'union régionale / fédération</a:t>
            </a:r>
          </a:p>
        </p:txBody>
      </p:sp>
      <p:sp>
        <p:nvSpPr>
          <p:cNvPr id="79" name="Rounded Rectangle 18">
            <a:extLst>
              <a:ext uri="{FF2B5EF4-FFF2-40B4-BE49-F238E27FC236}">
                <a16:creationId xmlns:a16="http://schemas.microsoft.com/office/drawing/2014/main" id="{0B0B63A3-C1B0-F59A-1C91-619B34AEBD3A}"/>
              </a:ext>
            </a:extLst>
          </p:cNvPr>
          <p:cNvSpPr/>
          <p:nvPr/>
        </p:nvSpPr>
        <p:spPr>
          <a:xfrm>
            <a:off x="5860806" y="3768534"/>
            <a:ext cx="2994128" cy="68096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19">
            <a:extLst>
              <a:ext uri="{FF2B5EF4-FFF2-40B4-BE49-F238E27FC236}">
                <a16:creationId xmlns:a16="http://schemas.microsoft.com/office/drawing/2014/main" id="{A755AD90-405C-9D93-A552-AB3BE7AB7C51}"/>
              </a:ext>
            </a:extLst>
          </p:cNvPr>
          <p:cNvSpPr txBox="1"/>
          <p:nvPr/>
        </p:nvSpPr>
        <p:spPr>
          <a:xfrm>
            <a:off x="5970534" y="3823398"/>
            <a:ext cx="129844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50" b="1" i="0" dirty="0">
                <a:solidFill>
                  <a:srgbClr val="1B3F6E"/>
                </a:solidFill>
                <a:latin typeface="Calibri"/>
              </a:rPr>
              <a:t>CJD</a:t>
            </a:r>
            <a:endParaRPr sz="1150" b="1" i="0" dirty="0">
              <a:solidFill>
                <a:srgbClr val="1B3F6E"/>
              </a:solidFill>
              <a:latin typeface="Calibri"/>
            </a:endParaRPr>
          </a:p>
        </p:txBody>
      </p:sp>
      <p:sp>
        <p:nvSpPr>
          <p:cNvPr id="84" name="TextBox 20">
            <a:extLst>
              <a:ext uri="{FF2B5EF4-FFF2-40B4-BE49-F238E27FC236}">
                <a16:creationId xmlns:a16="http://schemas.microsoft.com/office/drawing/2014/main" id="{E30840F4-40D6-F953-7AEC-5BE8B95EEF06}"/>
              </a:ext>
            </a:extLst>
          </p:cNvPr>
          <p:cNvSpPr txBox="1"/>
          <p:nvPr/>
        </p:nvSpPr>
        <p:spPr>
          <a:xfrm>
            <a:off x="5970535" y="4015877"/>
            <a:ext cx="2884400" cy="17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60" b="1" dirty="0">
                <a:solidFill>
                  <a:srgbClr val="1F2430"/>
                </a:solidFill>
              </a:rPr>
              <a:t>Entreprise responsable + expérimentation</a:t>
            </a:r>
          </a:p>
        </p:txBody>
      </p:sp>
      <p:sp>
        <p:nvSpPr>
          <p:cNvPr id="88" name="TextBox 21">
            <a:extLst>
              <a:ext uri="{FF2B5EF4-FFF2-40B4-BE49-F238E27FC236}">
                <a16:creationId xmlns:a16="http://schemas.microsoft.com/office/drawing/2014/main" id="{6D74B081-CF83-F0A4-29B5-3FE50D19206A}"/>
              </a:ext>
            </a:extLst>
          </p:cNvPr>
          <p:cNvSpPr txBox="1"/>
          <p:nvPr/>
        </p:nvSpPr>
        <p:spPr>
          <a:xfrm>
            <a:off x="5970534" y="4214796"/>
            <a:ext cx="2884401" cy="173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30" dirty="0">
                <a:solidFill>
                  <a:srgbClr val="5A6070"/>
                </a:solidFill>
              </a:rPr>
              <a:t>Pas de discours institutionnel : partir du terrain</a:t>
            </a:r>
            <a:endParaRPr sz="1130" b="0" i="0" dirty="0">
              <a:solidFill>
                <a:srgbClr val="5A6070"/>
              </a:solidFill>
              <a:latin typeface="Calibri"/>
            </a:endParaRPr>
          </a:p>
        </p:txBody>
      </p:sp>
      <p:sp>
        <p:nvSpPr>
          <p:cNvPr id="91" name="Rounded Rectangle 18">
            <a:extLst>
              <a:ext uri="{FF2B5EF4-FFF2-40B4-BE49-F238E27FC236}">
                <a16:creationId xmlns:a16="http://schemas.microsoft.com/office/drawing/2014/main" id="{9F9E9222-C0CA-397A-6A03-A8A4610A1EEF}"/>
              </a:ext>
            </a:extLst>
          </p:cNvPr>
          <p:cNvSpPr/>
          <p:nvPr/>
        </p:nvSpPr>
        <p:spPr>
          <a:xfrm>
            <a:off x="5860808" y="4598914"/>
            <a:ext cx="2994128" cy="68096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19">
            <a:extLst>
              <a:ext uri="{FF2B5EF4-FFF2-40B4-BE49-F238E27FC236}">
                <a16:creationId xmlns:a16="http://schemas.microsoft.com/office/drawing/2014/main" id="{BB6A071D-1E58-A2BA-596B-35B437963210}"/>
              </a:ext>
            </a:extLst>
          </p:cNvPr>
          <p:cNvSpPr txBox="1"/>
          <p:nvPr/>
        </p:nvSpPr>
        <p:spPr>
          <a:xfrm>
            <a:off x="5970536" y="4653778"/>
            <a:ext cx="129844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50" b="1" dirty="0">
                <a:solidFill>
                  <a:srgbClr val="1B3F6E"/>
                </a:solidFill>
              </a:rPr>
              <a:t>LEE</a:t>
            </a:r>
            <a:endParaRPr sz="1150" b="1" i="0" dirty="0">
              <a:solidFill>
                <a:srgbClr val="1B3F6E"/>
              </a:solidFill>
              <a:latin typeface="Calibri"/>
            </a:endParaRPr>
          </a:p>
        </p:txBody>
      </p:sp>
      <p:sp>
        <p:nvSpPr>
          <p:cNvPr id="96" name="TextBox 20">
            <a:extLst>
              <a:ext uri="{FF2B5EF4-FFF2-40B4-BE49-F238E27FC236}">
                <a16:creationId xmlns:a16="http://schemas.microsoft.com/office/drawing/2014/main" id="{050C4DA2-2652-D3E5-7170-81ECC7ACF581}"/>
              </a:ext>
            </a:extLst>
          </p:cNvPr>
          <p:cNvSpPr txBox="1"/>
          <p:nvPr/>
        </p:nvSpPr>
        <p:spPr>
          <a:xfrm>
            <a:off x="5970537" y="4846257"/>
            <a:ext cx="2884400" cy="17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60" b="1" dirty="0">
                <a:solidFill>
                  <a:srgbClr val="1F2430"/>
                </a:solidFill>
              </a:rPr>
              <a:t>Engagement territorial + emploi</a:t>
            </a:r>
          </a:p>
        </p:txBody>
      </p:sp>
      <p:sp>
        <p:nvSpPr>
          <p:cNvPr id="99" name="TextBox 21">
            <a:extLst>
              <a:ext uri="{FF2B5EF4-FFF2-40B4-BE49-F238E27FC236}">
                <a16:creationId xmlns:a16="http://schemas.microsoft.com/office/drawing/2014/main" id="{464F47D7-CACB-D67C-5E50-C7281974D30F}"/>
              </a:ext>
            </a:extLst>
          </p:cNvPr>
          <p:cNvSpPr txBox="1"/>
          <p:nvPr/>
        </p:nvSpPr>
        <p:spPr>
          <a:xfrm>
            <a:off x="5970536" y="5045176"/>
            <a:ext cx="2884401" cy="173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30" dirty="0">
                <a:solidFill>
                  <a:srgbClr val="5A6070"/>
                </a:solidFill>
              </a:rPr>
              <a:t>Expliquer simplement le MDC</a:t>
            </a:r>
          </a:p>
        </p:txBody>
      </p:sp>
      <p:sp>
        <p:nvSpPr>
          <p:cNvPr id="102" name="Rounded Rectangle 18">
            <a:extLst>
              <a:ext uri="{FF2B5EF4-FFF2-40B4-BE49-F238E27FC236}">
                <a16:creationId xmlns:a16="http://schemas.microsoft.com/office/drawing/2014/main" id="{B28E0416-BAF6-6D85-F08C-E47153AC4626}"/>
              </a:ext>
            </a:extLst>
          </p:cNvPr>
          <p:cNvSpPr/>
          <p:nvPr/>
        </p:nvSpPr>
        <p:spPr>
          <a:xfrm>
            <a:off x="5860805" y="5400864"/>
            <a:ext cx="2994128" cy="68096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9">
            <a:extLst>
              <a:ext uri="{FF2B5EF4-FFF2-40B4-BE49-F238E27FC236}">
                <a16:creationId xmlns:a16="http://schemas.microsoft.com/office/drawing/2014/main" id="{AD5E6DBA-C0C6-783D-1112-4DB69BFF04B8}"/>
              </a:ext>
            </a:extLst>
          </p:cNvPr>
          <p:cNvSpPr txBox="1"/>
          <p:nvPr/>
        </p:nvSpPr>
        <p:spPr>
          <a:xfrm>
            <a:off x="5970533" y="5455728"/>
            <a:ext cx="129844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50" b="1" i="0" dirty="0">
                <a:solidFill>
                  <a:srgbClr val="1B3F6E"/>
                </a:solidFill>
                <a:latin typeface="Calibri"/>
              </a:rPr>
              <a:t>OPCO EP</a:t>
            </a:r>
            <a:endParaRPr sz="1150" b="1" i="0" dirty="0">
              <a:solidFill>
                <a:srgbClr val="1B3F6E"/>
              </a:solidFill>
              <a:latin typeface="Calibri"/>
            </a:endParaRPr>
          </a:p>
        </p:txBody>
      </p:sp>
      <p:sp>
        <p:nvSpPr>
          <p:cNvPr id="107" name="TextBox 20">
            <a:extLst>
              <a:ext uri="{FF2B5EF4-FFF2-40B4-BE49-F238E27FC236}">
                <a16:creationId xmlns:a16="http://schemas.microsoft.com/office/drawing/2014/main" id="{038FB470-665D-C213-7C28-7F2ACD9BDA6C}"/>
              </a:ext>
            </a:extLst>
          </p:cNvPr>
          <p:cNvSpPr txBox="1"/>
          <p:nvPr/>
        </p:nvSpPr>
        <p:spPr>
          <a:xfrm>
            <a:off x="5970534" y="5648207"/>
            <a:ext cx="2884400" cy="17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60" b="1" dirty="0">
                <a:solidFill>
                  <a:srgbClr val="1F2430"/>
                </a:solidFill>
              </a:rPr>
              <a:t>RH / formation / seniors</a:t>
            </a:r>
          </a:p>
        </p:txBody>
      </p:sp>
      <p:sp>
        <p:nvSpPr>
          <p:cNvPr id="110" name="TextBox 21">
            <a:extLst>
              <a:ext uri="{FF2B5EF4-FFF2-40B4-BE49-F238E27FC236}">
                <a16:creationId xmlns:a16="http://schemas.microsoft.com/office/drawing/2014/main" id="{3006B1F0-1496-238E-0A6A-54367BE0B5BE}"/>
              </a:ext>
            </a:extLst>
          </p:cNvPr>
          <p:cNvSpPr txBox="1"/>
          <p:nvPr/>
        </p:nvSpPr>
        <p:spPr>
          <a:xfrm>
            <a:off x="5970533" y="5847126"/>
            <a:ext cx="2884401" cy="173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30" dirty="0">
                <a:solidFill>
                  <a:srgbClr val="5A6070"/>
                </a:solidFill>
              </a:rPr>
              <a:t>Construire la passerelle sans ouvrir par le MDC</a:t>
            </a:r>
          </a:p>
        </p:txBody>
      </p:sp>
      <p:sp>
        <p:nvSpPr>
          <p:cNvPr id="113" name="Rounded Rectangle 18">
            <a:extLst>
              <a:ext uri="{FF2B5EF4-FFF2-40B4-BE49-F238E27FC236}">
                <a16:creationId xmlns:a16="http://schemas.microsoft.com/office/drawing/2014/main" id="{3C2AB016-DE33-9695-B037-F12C43902EAD}"/>
              </a:ext>
            </a:extLst>
          </p:cNvPr>
          <p:cNvSpPr/>
          <p:nvPr/>
        </p:nvSpPr>
        <p:spPr>
          <a:xfrm>
            <a:off x="8938792" y="2070982"/>
            <a:ext cx="2994128" cy="68096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9">
            <a:extLst>
              <a:ext uri="{FF2B5EF4-FFF2-40B4-BE49-F238E27FC236}">
                <a16:creationId xmlns:a16="http://schemas.microsoft.com/office/drawing/2014/main" id="{96A57147-6BDD-2CD9-D272-DC8D3DD0F41D}"/>
              </a:ext>
            </a:extLst>
          </p:cNvPr>
          <p:cNvSpPr txBox="1"/>
          <p:nvPr/>
        </p:nvSpPr>
        <p:spPr>
          <a:xfrm>
            <a:off x="9048520" y="2125846"/>
            <a:ext cx="129844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50" b="1" i="0" dirty="0">
                <a:solidFill>
                  <a:srgbClr val="1B3F6E"/>
                </a:solidFill>
                <a:latin typeface="Calibri"/>
              </a:rPr>
              <a:t>Réseau </a:t>
            </a:r>
            <a:r>
              <a:rPr lang="fr-FR" sz="1150" b="1" i="0" dirty="0" err="1">
                <a:solidFill>
                  <a:srgbClr val="1B3F6E"/>
                </a:solidFill>
                <a:latin typeface="Calibri"/>
              </a:rPr>
              <a:t>Cerfrance</a:t>
            </a:r>
            <a:endParaRPr sz="1150" b="1" i="0" dirty="0">
              <a:solidFill>
                <a:srgbClr val="1B3F6E"/>
              </a:solidFill>
              <a:latin typeface="Calibri"/>
            </a:endParaRPr>
          </a:p>
        </p:txBody>
      </p:sp>
      <p:sp>
        <p:nvSpPr>
          <p:cNvPr id="119" name="TextBox 20">
            <a:extLst>
              <a:ext uri="{FF2B5EF4-FFF2-40B4-BE49-F238E27FC236}">
                <a16:creationId xmlns:a16="http://schemas.microsoft.com/office/drawing/2014/main" id="{D0FC7BCD-6515-5553-56CE-B076E9D465B6}"/>
              </a:ext>
            </a:extLst>
          </p:cNvPr>
          <p:cNvSpPr txBox="1"/>
          <p:nvPr/>
        </p:nvSpPr>
        <p:spPr>
          <a:xfrm>
            <a:off x="9048521" y="2318325"/>
            <a:ext cx="2884400" cy="17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60" b="1" dirty="0">
                <a:solidFill>
                  <a:srgbClr val="1F2430"/>
                </a:solidFill>
              </a:rPr>
              <a:t>Fiscalité + accompagnement du dirigeant</a:t>
            </a:r>
          </a:p>
        </p:txBody>
      </p:sp>
      <p:sp>
        <p:nvSpPr>
          <p:cNvPr id="123" name="TextBox 21">
            <a:extLst>
              <a:ext uri="{FF2B5EF4-FFF2-40B4-BE49-F238E27FC236}">
                <a16:creationId xmlns:a16="http://schemas.microsoft.com/office/drawing/2014/main" id="{C413BF1C-29E6-817D-2C86-69E1BF5102D9}"/>
              </a:ext>
            </a:extLst>
          </p:cNvPr>
          <p:cNvSpPr txBox="1"/>
          <p:nvPr/>
        </p:nvSpPr>
        <p:spPr>
          <a:xfrm>
            <a:off x="9048520" y="2517244"/>
            <a:ext cx="2884401" cy="173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30" dirty="0">
                <a:solidFill>
                  <a:srgbClr val="5A6070"/>
                </a:solidFill>
              </a:rPr>
              <a:t>Ne jamais demander l'accès aux fichiers clients</a:t>
            </a:r>
          </a:p>
        </p:txBody>
      </p:sp>
      <p:sp>
        <p:nvSpPr>
          <p:cNvPr id="127" name="Rounded Rectangle 18">
            <a:extLst>
              <a:ext uri="{FF2B5EF4-FFF2-40B4-BE49-F238E27FC236}">
                <a16:creationId xmlns:a16="http://schemas.microsoft.com/office/drawing/2014/main" id="{128A614B-BC51-06D3-CEE0-E489781107FC}"/>
              </a:ext>
            </a:extLst>
          </p:cNvPr>
          <p:cNvSpPr/>
          <p:nvPr/>
        </p:nvSpPr>
        <p:spPr>
          <a:xfrm>
            <a:off x="8947439" y="2909531"/>
            <a:ext cx="2994128" cy="68096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9">
            <a:extLst>
              <a:ext uri="{FF2B5EF4-FFF2-40B4-BE49-F238E27FC236}">
                <a16:creationId xmlns:a16="http://schemas.microsoft.com/office/drawing/2014/main" id="{E6663E93-3ED9-E5A4-FA00-B057D795B69C}"/>
              </a:ext>
            </a:extLst>
          </p:cNvPr>
          <p:cNvSpPr txBox="1"/>
          <p:nvPr/>
        </p:nvSpPr>
        <p:spPr>
          <a:xfrm>
            <a:off x="9057167" y="2964395"/>
            <a:ext cx="129844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50" b="1" i="0" dirty="0">
                <a:solidFill>
                  <a:srgbClr val="1B3F6E"/>
                </a:solidFill>
                <a:latin typeface="Calibri"/>
              </a:rPr>
              <a:t>LEPC</a:t>
            </a:r>
            <a:endParaRPr sz="1150" b="1" i="0" dirty="0">
              <a:solidFill>
                <a:srgbClr val="1B3F6E"/>
              </a:solidFill>
              <a:latin typeface="Calibri"/>
            </a:endParaRPr>
          </a:p>
        </p:txBody>
      </p:sp>
      <p:sp>
        <p:nvSpPr>
          <p:cNvPr id="135" name="TextBox 20">
            <a:extLst>
              <a:ext uri="{FF2B5EF4-FFF2-40B4-BE49-F238E27FC236}">
                <a16:creationId xmlns:a16="http://schemas.microsoft.com/office/drawing/2014/main" id="{C90F9466-6184-D16B-33BA-1F01E4BF87E9}"/>
              </a:ext>
            </a:extLst>
          </p:cNvPr>
          <p:cNvSpPr txBox="1"/>
          <p:nvPr/>
        </p:nvSpPr>
        <p:spPr>
          <a:xfrm>
            <a:off x="9057168" y="3156874"/>
            <a:ext cx="2884400" cy="17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60" b="1" dirty="0">
                <a:solidFill>
                  <a:srgbClr val="1F2430"/>
                </a:solidFill>
              </a:rPr>
              <a:t>Expertise MDC + montée en compétences</a:t>
            </a:r>
          </a:p>
        </p:txBody>
      </p:sp>
      <p:sp>
        <p:nvSpPr>
          <p:cNvPr id="139" name="TextBox 21">
            <a:extLst>
              <a:ext uri="{FF2B5EF4-FFF2-40B4-BE49-F238E27FC236}">
                <a16:creationId xmlns:a16="http://schemas.microsoft.com/office/drawing/2014/main" id="{EF29A08A-698F-E78E-25D0-C825C01E661A}"/>
              </a:ext>
            </a:extLst>
          </p:cNvPr>
          <p:cNvSpPr txBox="1"/>
          <p:nvPr/>
        </p:nvSpPr>
        <p:spPr>
          <a:xfrm>
            <a:off x="9057167" y="3355793"/>
            <a:ext cx="2884401" cy="173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30" dirty="0">
                <a:solidFill>
                  <a:srgbClr val="5A6070"/>
                </a:solidFill>
              </a:rPr>
              <a:t>Clarifier périmètres et risque de chevauchement.</a:t>
            </a:r>
          </a:p>
        </p:txBody>
      </p:sp>
      <p:sp>
        <p:nvSpPr>
          <p:cNvPr id="143" name="Rounded Rectangle 18">
            <a:extLst>
              <a:ext uri="{FF2B5EF4-FFF2-40B4-BE49-F238E27FC236}">
                <a16:creationId xmlns:a16="http://schemas.microsoft.com/office/drawing/2014/main" id="{EBFAD473-0D0F-6413-4672-2A75D9D393FD}"/>
              </a:ext>
            </a:extLst>
          </p:cNvPr>
          <p:cNvSpPr/>
          <p:nvPr/>
        </p:nvSpPr>
        <p:spPr>
          <a:xfrm>
            <a:off x="8938791" y="3763629"/>
            <a:ext cx="2994128" cy="68096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9">
            <a:extLst>
              <a:ext uri="{FF2B5EF4-FFF2-40B4-BE49-F238E27FC236}">
                <a16:creationId xmlns:a16="http://schemas.microsoft.com/office/drawing/2014/main" id="{208D5667-67FC-FF61-E33D-D909D49FD9B2}"/>
              </a:ext>
            </a:extLst>
          </p:cNvPr>
          <p:cNvSpPr txBox="1"/>
          <p:nvPr/>
        </p:nvSpPr>
        <p:spPr>
          <a:xfrm>
            <a:off x="9048519" y="3818493"/>
            <a:ext cx="129844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50" b="1" i="0" dirty="0">
                <a:solidFill>
                  <a:srgbClr val="1B3F6E"/>
                </a:solidFill>
                <a:latin typeface="Calibri"/>
              </a:rPr>
              <a:t>Agence Lucie</a:t>
            </a:r>
            <a:endParaRPr sz="1150" b="1" i="0" dirty="0">
              <a:solidFill>
                <a:srgbClr val="1B3F6E"/>
              </a:solidFill>
              <a:latin typeface="Calibri"/>
            </a:endParaRPr>
          </a:p>
        </p:txBody>
      </p:sp>
      <p:sp>
        <p:nvSpPr>
          <p:cNvPr id="148" name="TextBox 20">
            <a:extLst>
              <a:ext uri="{FF2B5EF4-FFF2-40B4-BE49-F238E27FC236}">
                <a16:creationId xmlns:a16="http://schemas.microsoft.com/office/drawing/2014/main" id="{F74B2869-43AA-EC2C-F8DD-921E68D1BEAB}"/>
              </a:ext>
            </a:extLst>
          </p:cNvPr>
          <p:cNvSpPr txBox="1"/>
          <p:nvPr/>
        </p:nvSpPr>
        <p:spPr>
          <a:xfrm>
            <a:off x="9048520" y="4010972"/>
            <a:ext cx="2884400" cy="17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60" b="1" dirty="0">
                <a:solidFill>
                  <a:srgbClr val="1F2430"/>
                </a:solidFill>
              </a:rPr>
              <a:t>RSE / label / démarche d'engagement</a:t>
            </a:r>
          </a:p>
        </p:txBody>
      </p:sp>
      <p:sp>
        <p:nvSpPr>
          <p:cNvPr id="150" name="TextBox 21">
            <a:extLst>
              <a:ext uri="{FF2B5EF4-FFF2-40B4-BE49-F238E27FC236}">
                <a16:creationId xmlns:a16="http://schemas.microsoft.com/office/drawing/2014/main" id="{2DC448CA-ED52-AAE6-BFE9-A41DBFB142EA}"/>
              </a:ext>
            </a:extLst>
          </p:cNvPr>
          <p:cNvSpPr txBox="1"/>
          <p:nvPr/>
        </p:nvSpPr>
        <p:spPr>
          <a:xfrm>
            <a:off x="9048519" y="4209891"/>
            <a:ext cx="2884401" cy="173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30" dirty="0">
                <a:solidFill>
                  <a:srgbClr val="5A6070"/>
                </a:solidFill>
              </a:rPr>
              <a:t>Se positionner comme une brique opérationnelle</a:t>
            </a:r>
          </a:p>
        </p:txBody>
      </p:sp>
      <p:sp>
        <p:nvSpPr>
          <p:cNvPr id="152" name="Rounded Rectangle 18">
            <a:extLst>
              <a:ext uri="{FF2B5EF4-FFF2-40B4-BE49-F238E27FC236}">
                <a16:creationId xmlns:a16="http://schemas.microsoft.com/office/drawing/2014/main" id="{DE833CB5-D7A5-0D2E-5587-E0802D9F6D70}"/>
              </a:ext>
            </a:extLst>
          </p:cNvPr>
          <p:cNvSpPr/>
          <p:nvPr/>
        </p:nvSpPr>
        <p:spPr>
          <a:xfrm>
            <a:off x="8938793" y="4594009"/>
            <a:ext cx="2994128" cy="68096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9">
            <a:extLst>
              <a:ext uri="{FF2B5EF4-FFF2-40B4-BE49-F238E27FC236}">
                <a16:creationId xmlns:a16="http://schemas.microsoft.com/office/drawing/2014/main" id="{C39920A1-EE6A-0A1D-DCC6-4BD45BF02DB9}"/>
              </a:ext>
            </a:extLst>
          </p:cNvPr>
          <p:cNvSpPr txBox="1"/>
          <p:nvPr/>
        </p:nvSpPr>
        <p:spPr>
          <a:xfrm>
            <a:off x="9048521" y="4648873"/>
            <a:ext cx="129844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50" b="1" i="0" dirty="0">
                <a:solidFill>
                  <a:srgbClr val="1B3F6E"/>
                </a:solidFill>
                <a:latin typeface="Calibri"/>
              </a:rPr>
              <a:t>Fondation FACE</a:t>
            </a:r>
            <a:endParaRPr sz="1150" b="1" i="0" dirty="0">
              <a:solidFill>
                <a:srgbClr val="1B3F6E"/>
              </a:solidFill>
              <a:latin typeface="Calibri"/>
            </a:endParaRPr>
          </a:p>
        </p:txBody>
      </p:sp>
      <p:sp>
        <p:nvSpPr>
          <p:cNvPr id="156" name="TextBox 20">
            <a:extLst>
              <a:ext uri="{FF2B5EF4-FFF2-40B4-BE49-F238E27FC236}">
                <a16:creationId xmlns:a16="http://schemas.microsoft.com/office/drawing/2014/main" id="{9F82225D-A0E7-4097-BA29-EDEFCE7CBB97}"/>
              </a:ext>
            </a:extLst>
          </p:cNvPr>
          <p:cNvSpPr txBox="1"/>
          <p:nvPr/>
        </p:nvSpPr>
        <p:spPr>
          <a:xfrm>
            <a:off x="9048522" y="4841352"/>
            <a:ext cx="2884400" cy="17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60" b="1" dirty="0">
                <a:solidFill>
                  <a:srgbClr val="1F2430"/>
                </a:solidFill>
              </a:rPr>
              <a:t>Inclusion + engagement sociétal + MDC</a:t>
            </a:r>
          </a:p>
        </p:txBody>
      </p:sp>
      <p:sp>
        <p:nvSpPr>
          <p:cNvPr id="158" name="TextBox 21">
            <a:extLst>
              <a:ext uri="{FF2B5EF4-FFF2-40B4-BE49-F238E27FC236}">
                <a16:creationId xmlns:a16="http://schemas.microsoft.com/office/drawing/2014/main" id="{9E8BA32C-D561-C39C-DD3F-0575A89CF54D}"/>
              </a:ext>
            </a:extLst>
          </p:cNvPr>
          <p:cNvSpPr txBox="1"/>
          <p:nvPr/>
        </p:nvSpPr>
        <p:spPr>
          <a:xfrm>
            <a:off x="9048521" y="5040271"/>
            <a:ext cx="2884401" cy="173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30" dirty="0">
                <a:solidFill>
                  <a:srgbClr val="5A6070"/>
                </a:solidFill>
              </a:rPr>
              <a:t>Pair : ne pas l'aborder comme simple relais</a:t>
            </a:r>
          </a:p>
        </p:txBody>
      </p:sp>
      <p:sp>
        <p:nvSpPr>
          <p:cNvPr id="160" name="Rounded Rectangle 18">
            <a:extLst>
              <a:ext uri="{FF2B5EF4-FFF2-40B4-BE49-F238E27FC236}">
                <a16:creationId xmlns:a16="http://schemas.microsoft.com/office/drawing/2014/main" id="{88377255-8D86-2094-B23D-0ECD93211945}"/>
              </a:ext>
            </a:extLst>
          </p:cNvPr>
          <p:cNvSpPr/>
          <p:nvPr/>
        </p:nvSpPr>
        <p:spPr>
          <a:xfrm>
            <a:off x="8938790" y="5395959"/>
            <a:ext cx="2994128" cy="68096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9">
            <a:extLst>
              <a:ext uri="{FF2B5EF4-FFF2-40B4-BE49-F238E27FC236}">
                <a16:creationId xmlns:a16="http://schemas.microsoft.com/office/drawing/2014/main" id="{D2410E22-ACAA-2928-ABC6-8F50593FD7CC}"/>
              </a:ext>
            </a:extLst>
          </p:cNvPr>
          <p:cNvSpPr txBox="1"/>
          <p:nvPr/>
        </p:nvSpPr>
        <p:spPr>
          <a:xfrm>
            <a:off x="9048518" y="5450823"/>
            <a:ext cx="1298448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50" b="1" i="0" dirty="0">
                <a:solidFill>
                  <a:srgbClr val="1B3F6E"/>
                </a:solidFill>
                <a:latin typeface="Calibri"/>
              </a:rPr>
              <a:t>KLESIA</a:t>
            </a:r>
            <a:endParaRPr sz="1150" b="1" i="0" dirty="0">
              <a:solidFill>
                <a:srgbClr val="1B3F6E"/>
              </a:solidFill>
              <a:latin typeface="Calibri"/>
            </a:endParaRPr>
          </a:p>
        </p:txBody>
      </p:sp>
      <p:sp>
        <p:nvSpPr>
          <p:cNvPr id="164" name="TextBox 20">
            <a:extLst>
              <a:ext uri="{FF2B5EF4-FFF2-40B4-BE49-F238E27FC236}">
                <a16:creationId xmlns:a16="http://schemas.microsoft.com/office/drawing/2014/main" id="{116022BA-8FCE-A5FC-3B77-D68CAE663A08}"/>
              </a:ext>
            </a:extLst>
          </p:cNvPr>
          <p:cNvSpPr txBox="1"/>
          <p:nvPr/>
        </p:nvSpPr>
        <p:spPr>
          <a:xfrm>
            <a:off x="9048519" y="5643302"/>
            <a:ext cx="2884400" cy="178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60" b="1" dirty="0">
                <a:solidFill>
                  <a:srgbClr val="1F2430"/>
                </a:solidFill>
              </a:rPr>
              <a:t>Seniors + transition emploi-retraite</a:t>
            </a:r>
          </a:p>
        </p:txBody>
      </p:sp>
      <p:sp>
        <p:nvSpPr>
          <p:cNvPr id="166" name="TextBox 21">
            <a:extLst>
              <a:ext uri="{FF2B5EF4-FFF2-40B4-BE49-F238E27FC236}">
                <a16:creationId xmlns:a16="http://schemas.microsoft.com/office/drawing/2014/main" id="{76723F65-D1DD-C725-D52D-B0B5FD883B7D}"/>
              </a:ext>
            </a:extLst>
          </p:cNvPr>
          <p:cNvSpPr txBox="1"/>
          <p:nvPr/>
        </p:nvSpPr>
        <p:spPr>
          <a:xfrm>
            <a:off x="9048518" y="5842221"/>
            <a:ext cx="2884401" cy="173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fr-FR" sz="1130" dirty="0">
                <a:solidFill>
                  <a:srgbClr val="5A6070"/>
                </a:solidFill>
              </a:rPr>
              <a:t>Vérifier l'état actuel de la relation P&amp;C</a:t>
            </a:r>
          </a:p>
        </p:txBody>
      </p:sp>
    </p:spTree>
    <p:extLst>
      <p:ext uri="{BB962C8B-B14F-4D97-AF65-F5344CB8AC3E}">
        <p14:creationId xmlns:p14="http://schemas.microsoft.com/office/powerpoint/2010/main" val="46872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0B5C1-91B9-C69C-1836-898EA8C3B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3BD82F-2180-529B-6561-A0F4FBADBC8A}"/>
              </a:ext>
            </a:extLst>
          </p:cNvPr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3F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AA86AD8-1F7A-DDA4-33B0-CC8AB8C288CD}"/>
              </a:ext>
            </a:extLst>
          </p:cNvPr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d'activation des </a:t>
            </a:r>
            <a:r>
              <a:rPr lang="en-US" sz="800" i="1" dirty="0" err="1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</a:t>
            </a:r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relais</a:t>
            </a:r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 </a:t>
            </a:r>
            <a:r>
              <a:rPr lang="en-US" sz="800" i="1" dirty="0" err="1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Passerelles&amp;Compétences</a:t>
            </a:r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800" i="1" dirty="0" err="1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80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D72AA7CF-C5B1-0BAC-3A3B-7B400828CE34}"/>
              </a:ext>
            </a:extLst>
          </p:cNvPr>
          <p:cNvSpPr/>
          <p:nvPr/>
        </p:nvSpPr>
        <p:spPr>
          <a:xfrm>
            <a:off x="1" y="0"/>
            <a:ext cx="2503966" cy="594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D'ACTIVATION</a:t>
            </a:r>
            <a:endParaRPr lang="en-US" sz="20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738CA362-C2D5-AAC1-B972-C147AD920780}"/>
              </a:ext>
            </a:extLst>
          </p:cNvPr>
          <p:cNvSpPr/>
          <p:nvPr/>
        </p:nvSpPr>
        <p:spPr>
          <a:xfrm>
            <a:off x="1" y="411481"/>
            <a:ext cx="250396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ACTEURS RELAIS</a:t>
            </a:r>
            <a:endParaRPr lang="en-US" sz="20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8EB43596-1122-ABE9-2977-C6027E696DE9}"/>
              </a:ext>
            </a:extLst>
          </p:cNvPr>
          <p:cNvSpPr/>
          <p:nvPr/>
        </p:nvSpPr>
        <p:spPr>
          <a:xfrm>
            <a:off x="2626242" y="25945"/>
            <a:ext cx="9535278" cy="289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préparer, conduire et exploiter un premier contact</a:t>
            </a:r>
            <a:endParaRPr lang="en-US" sz="160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57B4CACC-9945-EA6C-1837-583283279447}"/>
              </a:ext>
            </a:extLst>
          </p:cNvPr>
          <p:cNvSpPr/>
          <p:nvPr/>
        </p:nvSpPr>
        <p:spPr>
          <a:xfrm>
            <a:off x="269748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66C79D48-2706-CB53-A776-62E085FF1EFA}"/>
              </a:ext>
            </a:extLst>
          </p:cNvPr>
          <p:cNvSpPr/>
          <p:nvPr/>
        </p:nvSpPr>
        <p:spPr>
          <a:xfrm>
            <a:off x="269748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</a:t>
            </a:r>
            <a:endParaRPr lang="en-US" sz="18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607BA071-FA7C-EC4E-B96F-CF6CF4CF567D}"/>
              </a:ext>
            </a:extLst>
          </p:cNvPr>
          <p:cNvSpPr/>
          <p:nvPr/>
        </p:nvSpPr>
        <p:spPr>
          <a:xfrm>
            <a:off x="457200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C8AEDA7F-EB6F-9821-B397-EEF5D7D947A0}"/>
              </a:ext>
            </a:extLst>
          </p:cNvPr>
          <p:cNvSpPr/>
          <p:nvPr/>
        </p:nvSpPr>
        <p:spPr>
          <a:xfrm>
            <a:off x="457200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</a:t>
            </a:r>
            <a:endParaRPr lang="en-US" sz="1800" dirty="0"/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20A7DB50-6426-B165-7D2E-1BDF0C4C1625}"/>
              </a:ext>
            </a:extLst>
          </p:cNvPr>
          <p:cNvSpPr/>
          <p:nvPr/>
        </p:nvSpPr>
        <p:spPr>
          <a:xfrm>
            <a:off x="644652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5DA249D5-CDD8-BC5F-CDE0-A6A3EFC4E5B1}"/>
              </a:ext>
            </a:extLst>
          </p:cNvPr>
          <p:cNvSpPr/>
          <p:nvPr/>
        </p:nvSpPr>
        <p:spPr>
          <a:xfrm>
            <a:off x="644652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</a:t>
            </a:r>
            <a:endParaRPr lang="en-US" sz="1800" dirty="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1B7F1C86-CED3-542C-80EA-ED3486F407A9}"/>
              </a:ext>
            </a:extLst>
          </p:cNvPr>
          <p:cNvSpPr/>
          <p:nvPr/>
        </p:nvSpPr>
        <p:spPr>
          <a:xfrm>
            <a:off x="8321040" y="342899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9485C36B-B395-AB2B-C25A-DE40930EA17C}"/>
              </a:ext>
            </a:extLst>
          </p:cNvPr>
          <p:cNvSpPr/>
          <p:nvPr/>
        </p:nvSpPr>
        <p:spPr>
          <a:xfrm>
            <a:off x="8321040" y="34289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</a:t>
            </a:r>
            <a:endParaRPr lang="en-US" sz="180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285BA289-8E74-1463-0EEE-A4D02B0706C5}"/>
              </a:ext>
            </a:extLst>
          </p:cNvPr>
          <p:cNvSpPr/>
          <p:nvPr/>
        </p:nvSpPr>
        <p:spPr>
          <a:xfrm>
            <a:off x="10195560" y="342899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3965123E-1529-C88C-85AF-5F368ABED785}"/>
              </a:ext>
            </a:extLst>
          </p:cNvPr>
          <p:cNvSpPr/>
          <p:nvPr/>
        </p:nvSpPr>
        <p:spPr>
          <a:xfrm>
            <a:off x="10195560" y="34289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</a:t>
            </a:r>
            <a:endParaRPr lang="en-US" sz="1800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2C209901-5AAF-1D23-0506-C307A55F75F7}"/>
              </a:ext>
            </a:extLst>
          </p:cNvPr>
          <p:cNvSpPr/>
          <p:nvPr/>
        </p:nvSpPr>
        <p:spPr>
          <a:xfrm>
            <a:off x="429768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0593AA9D-77D4-7949-CFAE-2DDB04E11957}"/>
              </a:ext>
            </a:extLst>
          </p:cNvPr>
          <p:cNvSpPr/>
          <p:nvPr/>
        </p:nvSpPr>
        <p:spPr>
          <a:xfrm>
            <a:off x="617220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98ED9669-548A-57B3-A120-85BF8AE01369}"/>
              </a:ext>
            </a:extLst>
          </p:cNvPr>
          <p:cNvSpPr/>
          <p:nvPr/>
        </p:nvSpPr>
        <p:spPr>
          <a:xfrm>
            <a:off x="804672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8FA7C612-3B1F-3842-9180-FF7CD57F65A3}"/>
              </a:ext>
            </a:extLst>
          </p:cNvPr>
          <p:cNvSpPr/>
          <p:nvPr/>
        </p:nvSpPr>
        <p:spPr>
          <a:xfrm>
            <a:off x="9921240" y="397763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ED8D5444-6FB5-8F79-D0F9-8F887A9B85AD}"/>
              </a:ext>
            </a:extLst>
          </p:cNvPr>
          <p:cNvSpPr/>
          <p:nvPr/>
        </p:nvSpPr>
        <p:spPr>
          <a:xfrm>
            <a:off x="3017519" y="361188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dirty="0" err="1">
                <a:solidFill>
                  <a:schemeClr val="bg1"/>
                </a:solidFill>
                <a:latin typeface="Calibri"/>
              </a:rPr>
              <a:t>Préparer</a:t>
            </a:r>
            <a:br>
              <a:rPr lang="fr-FR" sz="1200" dirty="0">
                <a:solidFill>
                  <a:schemeClr val="bg1"/>
                </a:solidFill>
                <a:latin typeface="Calibri"/>
              </a:rPr>
            </a:br>
            <a:r>
              <a:rPr lang="fr-FR" sz="1200" dirty="0">
                <a:solidFill>
                  <a:schemeClr val="bg1"/>
                </a:solidFill>
                <a:latin typeface="Calibri"/>
              </a:rPr>
              <a:t>le contact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25FF6701-F61C-FA0B-D9BA-7A61676ACB2A}"/>
              </a:ext>
            </a:extLst>
          </p:cNvPr>
          <p:cNvSpPr/>
          <p:nvPr/>
        </p:nvSpPr>
        <p:spPr>
          <a:xfrm>
            <a:off x="4892039" y="359947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Choisir son angle d’entrée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76A5C014-7543-B32A-B1D8-54E3E63B3479}"/>
              </a:ext>
            </a:extLst>
          </p:cNvPr>
          <p:cNvSpPr/>
          <p:nvPr/>
        </p:nvSpPr>
        <p:spPr>
          <a:xfrm>
            <a:off x="6755926" y="358989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Conduire le 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1</a:t>
            </a:r>
            <a:r>
              <a:rPr lang="fr-FR" sz="1200" baseline="30000" dirty="0">
                <a:solidFill>
                  <a:schemeClr val="bg1"/>
                </a:solidFill>
              </a:rPr>
              <a:t>er</a:t>
            </a:r>
            <a:r>
              <a:rPr lang="fr-FR" sz="1200" dirty="0">
                <a:solidFill>
                  <a:schemeClr val="bg1"/>
                </a:solidFill>
              </a:rPr>
              <a:t> échange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3AEB058A-B781-D464-AD8F-8350FA668809}"/>
              </a:ext>
            </a:extLst>
          </p:cNvPr>
          <p:cNvSpPr/>
          <p:nvPr/>
        </p:nvSpPr>
        <p:spPr>
          <a:xfrm>
            <a:off x="8641077" y="341798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Conclure par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un 1</a:t>
            </a:r>
            <a:r>
              <a:rPr lang="fr-FR" sz="1200" baseline="30000" dirty="0">
                <a:solidFill>
                  <a:schemeClr val="bg1"/>
                </a:solidFill>
              </a:rPr>
              <a:t>er</a:t>
            </a:r>
            <a:r>
              <a:rPr lang="fr-FR" sz="1200" dirty="0">
                <a:solidFill>
                  <a:schemeClr val="bg1"/>
                </a:solidFill>
              </a:rPr>
              <a:t> pas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ABEEB152-DC94-6A5E-88B0-7908E14DFE3C}"/>
              </a:ext>
            </a:extLst>
          </p:cNvPr>
          <p:cNvSpPr/>
          <p:nvPr/>
        </p:nvSpPr>
        <p:spPr>
          <a:xfrm>
            <a:off x="10515599" y="346619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Qualifier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et tracer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F08C7E-6BFD-2EA7-5C36-5B25FCCC114C}"/>
              </a:ext>
            </a:extLst>
          </p:cNvPr>
          <p:cNvSpPr/>
          <p:nvPr/>
        </p:nvSpPr>
        <p:spPr>
          <a:xfrm>
            <a:off x="411480" y="1211579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dirty="0">
                <a:solidFill>
                  <a:srgbClr val="E8742A"/>
                </a:solidFill>
              </a:rPr>
              <a:t>La proposition de valeur vient après l'écoute : adaptez-la à ce que l'acteur vient de dire</a:t>
            </a:r>
            <a:endParaRPr lang="fr-FR" sz="1600" dirty="0"/>
          </a:p>
        </p:txBody>
      </p:sp>
      <p:sp>
        <p:nvSpPr>
          <p:cNvPr id="6" name="Text 24">
            <a:extLst>
              <a:ext uri="{FF2B5EF4-FFF2-40B4-BE49-F238E27FC236}">
                <a16:creationId xmlns:a16="http://schemas.microsoft.com/office/drawing/2014/main" id="{53EEECD4-0D87-22F9-02EB-4B5BA628D0FF}"/>
              </a:ext>
            </a:extLst>
          </p:cNvPr>
          <p:cNvSpPr/>
          <p:nvPr/>
        </p:nvSpPr>
        <p:spPr>
          <a:xfrm>
            <a:off x="411480" y="1568723"/>
            <a:ext cx="1136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dirty="0">
                <a:solidFill>
                  <a:srgbClr val="5A6070"/>
                </a:solidFill>
              </a:rPr>
              <a:t>Une conversation en 5 temps : écouter d'abord, proposer ensuite</a:t>
            </a:r>
            <a:endParaRPr lang="fr-FR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B41190B-8B3C-F4BC-BF24-1EAB8BA80E05}"/>
              </a:ext>
            </a:extLst>
          </p:cNvPr>
          <p:cNvSpPr/>
          <p:nvPr/>
        </p:nvSpPr>
        <p:spPr>
          <a:xfrm>
            <a:off x="523122" y="20725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70258ED-424E-5F7D-12D1-0ACFD14FAE5C}"/>
              </a:ext>
            </a:extLst>
          </p:cNvPr>
          <p:cNvSpPr/>
          <p:nvPr/>
        </p:nvSpPr>
        <p:spPr>
          <a:xfrm>
            <a:off x="523122" y="2072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79C5B67-A68E-566E-E367-EA8E29A8307F}"/>
              </a:ext>
            </a:extLst>
          </p:cNvPr>
          <p:cNvSpPr/>
          <p:nvPr/>
        </p:nvSpPr>
        <p:spPr>
          <a:xfrm>
            <a:off x="1117482" y="20176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 dirty="0" err="1">
                <a:solidFill>
                  <a:srgbClr val="1B3F6E"/>
                </a:solidFill>
                <a:latin typeface="Calibri"/>
              </a:rPr>
              <a:t>Accrocher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 : </a:t>
            </a:r>
            <a:r>
              <a:rPr sz="1600" b="1" dirty="0" err="1">
                <a:solidFill>
                  <a:srgbClr val="1B3F6E"/>
                </a:solidFill>
                <a:latin typeface="Calibri"/>
              </a:rPr>
              <a:t>pourquoi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F6E"/>
                </a:solidFill>
                <a:latin typeface="Calibri"/>
              </a:rPr>
              <a:t>lui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, </a:t>
            </a:r>
            <a:r>
              <a:rPr sz="1600" b="1" dirty="0" err="1">
                <a:solidFill>
                  <a:srgbClr val="1B3F6E"/>
                </a:solidFill>
                <a:latin typeface="Calibri"/>
              </a:rPr>
              <a:t>pourquoi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B3F6E"/>
                </a:solidFill>
                <a:latin typeface="Calibri"/>
              </a:rPr>
              <a:t>maintenant</a:t>
            </a:r>
            <a:r>
              <a:rPr sz="1600" b="1" dirty="0">
                <a:solidFill>
                  <a:srgbClr val="1B3F6E"/>
                </a:solidFill>
                <a:latin typeface="Calibri"/>
              </a:rPr>
              <a:t> ?</a:t>
            </a:r>
            <a:endParaRPr lang="en-US" sz="16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8803067-0EC1-4402-AB20-E7691D9682B4}"/>
              </a:ext>
            </a:extLst>
          </p:cNvPr>
          <p:cNvSpPr/>
          <p:nvPr/>
        </p:nvSpPr>
        <p:spPr>
          <a:xfrm>
            <a:off x="1117482" y="2261762"/>
            <a:ext cx="108154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dirty="0">
                <a:solidFill>
                  <a:srgbClr val="1A1A2E"/>
                </a:solidFill>
                <a:latin typeface="Calibri"/>
              </a:rPr>
              <a:t>Une phrase sur P&amp;C,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puis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le lien avec son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activité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ou son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enjeu</a:t>
            </a:r>
            <a:r>
              <a:rPr sz="1400" dirty="0">
                <a:solidFill>
                  <a:srgbClr val="1A1A2E"/>
                </a:solidFill>
                <a:latin typeface="Calibri"/>
              </a:rPr>
              <a:t>.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Évitez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la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présentation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institutionnelle</a:t>
            </a:r>
            <a:endParaRPr lang="en-US" sz="14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1A67C16D-7457-92B4-AF66-BB27CF3B8C88}"/>
              </a:ext>
            </a:extLst>
          </p:cNvPr>
          <p:cNvSpPr/>
          <p:nvPr/>
        </p:nvSpPr>
        <p:spPr>
          <a:xfrm>
            <a:off x="523122" y="2822308"/>
            <a:ext cx="11232000" cy="0"/>
          </a:xfrm>
          <a:prstGeom prst="line">
            <a:avLst/>
          </a:prstGeom>
          <a:noFill/>
          <a:ln w="635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1D7B42D6-6988-C6B7-96E8-55B92F81457B}"/>
              </a:ext>
            </a:extLst>
          </p:cNvPr>
          <p:cNvSpPr/>
          <p:nvPr/>
        </p:nvSpPr>
        <p:spPr>
          <a:xfrm>
            <a:off x="523122" y="29869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42DD4B1E-FEAC-5C50-AFC8-F92F617022DA}"/>
              </a:ext>
            </a:extLst>
          </p:cNvPr>
          <p:cNvSpPr/>
          <p:nvPr/>
        </p:nvSpPr>
        <p:spPr>
          <a:xfrm>
            <a:off x="523122" y="2986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8BAE6481-47B4-16A5-295F-4EA03F369027}"/>
              </a:ext>
            </a:extLst>
          </p:cNvPr>
          <p:cNvSpPr/>
          <p:nvPr/>
        </p:nvSpPr>
        <p:spPr>
          <a:xfrm>
            <a:off x="1117482" y="29320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B3F6E"/>
                </a:solidFill>
                <a:latin typeface="Calibri"/>
              </a:rPr>
              <a:t>Explorer son activité auprès des PME</a:t>
            </a:r>
            <a:endParaRPr lang="en-US" sz="16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655BD74D-8BED-63E0-C1C5-C3FA7883F2C8}"/>
              </a:ext>
            </a:extLst>
          </p:cNvPr>
          <p:cNvSpPr/>
          <p:nvPr/>
        </p:nvSpPr>
        <p:spPr>
          <a:xfrm>
            <a:off x="1117482" y="3176162"/>
            <a:ext cx="108154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dirty="0">
                <a:solidFill>
                  <a:srgbClr val="1A1A2E"/>
                </a:solidFill>
                <a:latin typeface="Calibri"/>
              </a:rPr>
              <a:t>Qui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accompagne</a:t>
            </a:r>
            <a:r>
              <a:rPr sz="1400" dirty="0">
                <a:solidFill>
                  <a:srgbClr val="1A1A2E"/>
                </a:solidFill>
                <a:latin typeface="Calibri"/>
              </a:rPr>
              <a:t>-t-il ? Sur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quels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sujets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? Avec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quels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formats et quelle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fréquence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?</a:t>
            </a:r>
            <a:endParaRPr lang="en-US" sz="14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499B6B58-640C-2063-4CCC-AB99AC1EC793}"/>
              </a:ext>
            </a:extLst>
          </p:cNvPr>
          <p:cNvSpPr/>
          <p:nvPr/>
        </p:nvSpPr>
        <p:spPr>
          <a:xfrm>
            <a:off x="523122" y="3736708"/>
            <a:ext cx="11232000" cy="0"/>
          </a:xfrm>
          <a:prstGeom prst="line">
            <a:avLst/>
          </a:prstGeom>
          <a:noFill/>
          <a:ln w="635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E3D48591-3113-2EBC-5C08-AD234F8402E4}"/>
              </a:ext>
            </a:extLst>
          </p:cNvPr>
          <p:cNvSpPr/>
          <p:nvPr/>
        </p:nvSpPr>
        <p:spPr>
          <a:xfrm>
            <a:off x="523122" y="39013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039CF1E-9BE2-378E-FEB0-AB0637EEF704}"/>
              </a:ext>
            </a:extLst>
          </p:cNvPr>
          <p:cNvSpPr/>
          <p:nvPr/>
        </p:nvSpPr>
        <p:spPr>
          <a:xfrm>
            <a:off x="523122" y="3901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2C7548DE-6B8F-E933-F0F8-59C2AFFAF58E}"/>
              </a:ext>
            </a:extLst>
          </p:cNvPr>
          <p:cNvSpPr/>
          <p:nvPr/>
        </p:nvSpPr>
        <p:spPr>
          <a:xfrm>
            <a:off x="1117482" y="38464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B3F6E"/>
                </a:solidFill>
                <a:latin typeface="Calibri"/>
              </a:rPr>
              <a:t>Qualifier ce qui résonne</a:t>
            </a:r>
            <a:endParaRPr lang="en-US" sz="160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066785E3-F7C2-89B8-59F4-B4B75D125C2F}"/>
              </a:ext>
            </a:extLst>
          </p:cNvPr>
          <p:cNvSpPr/>
          <p:nvPr/>
        </p:nvSpPr>
        <p:spPr>
          <a:xfrm>
            <a:off x="1117482" y="4090562"/>
            <a:ext cx="108154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dirty="0" err="1">
                <a:solidFill>
                  <a:srgbClr val="1A1A2E"/>
                </a:solidFill>
                <a:latin typeface="Calibri"/>
              </a:rPr>
              <a:t>MdC</a:t>
            </a:r>
            <a:r>
              <a:rPr sz="1400" dirty="0">
                <a:solidFill>
                  <a:srgbClr val="1A1A2E"/>
                </a:solidFill>
                <a:latin typeface="Calibri"/>
              </a:rPr>
              <a:t>, RH, seniors, RSE, engagement territorial…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Identifiez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ses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priorités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et son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niveau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de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connaissance</a:t>
            </a:r>
            <a:endParaRPr lang="en-US" sz="1400" dirty="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FF0CB6B4-8103-3AEE-ED52-7FCBCD3E28C1}"/>
              </a:ext>
            </a:extLst>
          </p:cNvPr>
          <p:cNvSpPr/>
          <p:nvPr/>
        </p:nvSpPr>
        <p:spPr>
          <a:xfrm>
            <a:off x="523122" y="4651108"/>
            <a:ext cx="11232000" cy="0"/>
          </a:xfrm>
          <a:prstGeom prst="line">
            <a:avLst/>
          </a:prstGeom>
          <a:noFill/>
          <a:ln w="635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883D7F37-85DA-8820-121C-DC873F159B11}"/>
              </a:ext>
            </a:extLst>
          </p:cNvPr>
          <p:cNvSpPr/>
          <p:nvPr/>
        </p:nvSpPr>
        <p:spPr>
          <a:xfrm>
            <a:off x="523122" y="48157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E52A5B00-D4FA-96B3-EEA9-6C0EF4FFD83F}"/>
              </a:ext>
            </a:extLst>
          </p:cNvPr>
          <p:cNvSpPr/>
          <p:nvPr/>
        </p:nvSpPr>
        <p:spPr>
          <a:xfrm>
            <a:off x="523122" y="4815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D338242F-E1DB-C00D-79E2-72E7572D4C9F}"/>
              </a:ext>
            </a:extLst>
          </p:cNvPr>
          <p:cNvSpPr/>
          <p:nvPr/>
        </p:nvSpPr>
        <p:spPr>
          <a:xfrm>
            <a:off x="1117482" y="47608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B3F6E"/>
                </a:solidFill>
                <a:latin typeface="Calibri"/>
              </a:rPr>
              <a:t>Faire le lien avec P&amp;C</a:t>
            </a:r>
            <a:endParaRPr lang="en-US" sz="16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389852CD-10B4-D779-78BB-7EE5F4192116}"/>
              </a:ext>
            </a:extLst>
          </p:cNvPr>
          <p:cNvSpPr/>
          <p:nvPr/>
        </p:nvSpPr>
        <p:spPr>
          <a:xfrm>
            <a:off x="1117482" y="5004962"/>
            <a:ext cx="108154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dirty="0" err="1">
                <a:solidFill>
                  <a:srgbClr val="1A1A2E"/>
                </a:solidFill>
                <a:latin typeface="Calibri"/>
              </a:rPr>
              <a:t>Reformulez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ce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que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vous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avez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entendu et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positionnez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P&amp;C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uniquement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sur ce qui est pertinent</a:t>
            </a:r>
            <a:endParaRPr lang="en-US" sz="1400" dirty="0"/>
          </a:p>
        </p:txBody>
      </p:sp>
      <p:sp>
        <p:nvSpPr>
          <p:cNvPr id="64" name="Shape 24">
            <a:extLst>
              <a:ext uri="{FF2B5EF4-FFF2-40B4-BE49-F238E27FC236}">
                <a16:creationId xmlns:a16="http://schemas.microsoft.com/office/drawing/2014/main" id="{93307F09-3681-FB77-8743-DB9B96B9DFCD}"/>
              </a:ext>
            </a:extLst>
          </p:cNvPr>
          <p:cNvSpPr/>
          <p:nvPr/>
        </p:nvSpPr>
        <p:spPr>
          <a:xfrm>
            <a:off x="523122" y="5565508"/>
            <a:ext cx="11232000" cy="0"/>
          </a:xfrm>
          <a:prstGeom prst="line">
            <a:avLst/>
          </a:prstGeom>
          <a:noFill/>
          <a:ln w="635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25">
            <a:extLst>
              <a:ext uri="{FF2B5EF4-FFF2-40B4-BE49-F238E27FC236}">
                <a16:creationId xmlns:a16="http://schemas.microsoft.com/office/drawing/2014/main" id="{3AAA9506-4B90-6752-9D13-E9E03E21BA0C}"/>
              </a:ext>
            </a:extLst>
          </p:cNvPr>
          <p:cNvSpPr/>
          <p:nvPr/>
        </p:nvSpPr>
        <p:spPr>
          <a:xfrm>
            <a:off x="523122" y="57301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62FB942B-2138-4CCD-5551-CE3112D49280}"/>
              </a:ext>
            </a:extLst>
          </p:cNvPr>
          <p:cNvSpPr/>
          <p:nvPr/>
        </p:nvSpPr>
        <p:spPr>
          <a:xfrm>
            <a:off x="523122" y="5730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5" name="Text 27">
            <a:extLst>
              <a:ext uri="{FF2B5EF4-FFF2-40B4-BE49-F238E27FC236}">
                <a16:creationId xmlns:a16="http://schemas.microsoft.com/office/drawing/2014/main" id="{72F3DBEB-A8C9-346E-E073-99C7E6124E8A}"/>
              </a:ext>
            </a:extLst>
          </p:cNvPr>
          <p:cNvSpPr/>
          <p:nvPr/>
        </p:nvSpPr>
        <p:spPr>
          <a:xfrm>
            <a:off x="1117482" y="56752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1B3F6E"/>
                </a:solidFill>
                <a:latin typeface="Calibri"/>
              </a:rPr>
              <a:t>Tester un premier pas</a:t>
            </a:r>
            <a:endParaRPr lang="en-US" sz="1600" dirty="0"/>
          </a:p>
        </p:txBody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F22AA8B4-81AC-40F9-C5BE-46039912F3DF}"/>
              </a:ext>
            </a:extLst>
          </p:cNvPr>
          <p:cNvSpPr/>
          <p:nvPr/>
        </p:nvSpPr>
        <p:spPr>
          <a:xfrm>
            <a:off x="1117482" y="5919362"/>
            <a:ext cx="108154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dirty="0" err="1">
                <a:solidFill>
                  <a:srgbClr val="1A1A2E"/>
                </a:solidFill>
                <a:latin typeface="Calibri"/>
              </a:rPr>
              <a:t>Proposez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une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action simple,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limitée</a:t>
            </a:r>
            <a:r>
              <a:rPr sz="1400" dirty="0">
                <a:solidFill>
                  <a:srgbClr val="1A1A2E"/>
                </a:solidFill>
                <a:latin typeface="Calibri"/>
              </a:rPr>
              <a:t> et facile à </a:t>
            </a:r>
            <a:r>
              <a:rPr sz="1400" dirty="0" err="1">
                <a:solidFill>
                  <a:srgbClr val="1A1A2E"/>
                </a:solidFill>
                <a:latin typeface="Calibri"/>
              </a:rPr>
              <a:t>décider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84749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6B500-2CCD-BBB1-D4C5-1DD3817AE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98BCDB-E312-C14C-FC47-7C10B489E9C8}"/>
              </a:ext>
            </a:extLst>
          </p:cNvPr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3F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6D9BDB8-1617-A0FE-2DE5-AC4D4A3004C4}"/>
              </a:ext>
            </a:extLst>
          </p:cNvPr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d'activation des </a:t>
            </a:r>
            <a:r>
              <a:rPr lang="en-US" sz="800" i="1" dirty="0" err="1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</a:t>
            </a:r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relais</a:t>
            </a:r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 </a:t>
            </a:r>
            <a:r>
              <a:rPr lang="en-US" sz="800" i="1" dirty="0" err="1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Passerelles&amp;Compétences</a:t>
            </a:r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800" i="1" dirty="0" err="1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80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83473994-22EF-5FA7-597C-9CEB9579B3BB}"/>
              </a:ext>
            </a:extLst>
          </p:cNvPr>
          <p:cNvSpPr/>
          <p:nvPr/>
        </p:nvSpPr>
        <p:spPr>
          <a:xfrm>
            <a:off x="1" y="0"/>
            <a:ext cx="2503966" cy="594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D'ACTIVATION</a:t>
            </a:r>
            <a:endParaRPr lang="en-US" sz="20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367C0AF0-053D-5851-8641-E52BBC9E3FD2}"/>
              </a:ext>
            </a:extLst>
          </p:cNvPr>
          <p:cNvSpPr/>
          <p:nvPr/>
        </p:nvSpPr>
        <p:spPr>
          <a:xfrm>
            <a:off x="1" y="411481"/>
            <a:ext cx="250396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ACTEURS RELAIS</a:t>
            </a:r>
            <a:endParaRPr lang="en-US" sz="20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8CEF7822-3191-3B46-4EED-08D846EE1AC0}"/>
              </a:ext>
            </a:extLst>
          </p:cNvPr>
          <p:cNvSpPr/>
          <p:nvPr/>
        </p:nvSpPr>
        <p:spPr>
          <a:xfrm>
            <a:off x="2626242" y="25945"/>
            <a:ext cx="9535278" cy="289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préparer, conduire et exploiter un premier contact</a:t>
            </a:r>
            <a:endParaRPr lang="en-US" sz="160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CEB2493E-C25C-F52F-E79D-FAA84426DFFC}"/>
              </a:ext>
            </a:extLst>
          </p:cNvPr>
          <p:cNvSpPr/>
          <p:nvPr/>
        </p:nvSpPr>
        <p:spPr>
          <a:xfrm>
            <a:off x="269748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5846D3AC-AF6C-56B5-D71F-D7A5CF472AF1}"/>
              </a:ext>
            </a:extLst>
          </p:cNvPr>
          <p:cNvSpPr/>
          <p:nvPr/>
        </p:nvSpPr>
        <p:spPr>
          <a:xfrm>
            <a:off x="269748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</a:t>
            </a:r>
            <a:endParaRPr lang="en-US" sz="18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4E1DB25B-444A-F61C-187B-D5020516725B}"/>
              </a:ext>
            </a:extLst>
          </p:cNvPr>
          <p:cNvSpPr/>
          <p:nvPr/>
        </p:nvSpPr>
        <p:spPr>
          <a:xfrm>
            <a:off x="457200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A3B2A34C-2C9D-CEB7-1E2B-4A7F8EE52A30}"/>
              </a:ext>
            </a:extLst>
          </p:cNvPr>
          <p:cNvSpPr/>
          <p:nvPr/>
        </p:nvSpPr>
        <p:spPr>
          <a:xfrm>
            <a:off x="457200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</a:t>
            </a:r>
            <a:endParaRPr lang="en-US" sz="1800" dirty="0"/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EF4AAACA-3E0F-5A8A-6E01-087080C63696}"/>
              </a:ext>
            </a:extLst>
          </p:cNvPr>
          <p:cNvSpPr/>
          <p:nvPr/>
        </p:nvSpPr>
        <p:spPr>
          <a:xfrm>
            <a:off x="644652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02C88C66-633B-22E7-6039-27FA3B3882AA}"/>
              </a:ext>
            </a:extLst>
          </p:cNvPr>
          <p:cNvSpPr/>
          <p:nvPr/>
        </p:nvSpPr>
        <p:spPr>
          <a:xfrm>
            <a:off x="644652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</a:t>
            </a:r>
            <a:endParaRPr lang="en-US" sz="1800" dirty="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17EC9353-67D8-31F0-3BB6-66D351F3918F}"/>
              </a:ext>
            </a:extLst>
          </p:cNvPr>
          <p:cNvSpPr/>
          <p:nvPr/>
        </p:nvSpPr>
        <p:spPr>
          <a:xfrm>
            <a:off x="8321040" y="342899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1D670700-E6AD-722D-4425-9B9895F9B1FA}"/>
              </a:ext>
            </a:extLst>
          </p:cNvPr>
          <p:cNvSpPr/>
          <p:nvPr/>
        </p:nvSpPr>
        <p:spPr>
          <a:xfrm>
            <a:off x="8321040" y="34289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</a:t>
            </a:r>
            <a:endParaRPr lang="en-US" sz="180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364762E9-B6F5-1701-0F10-247E4D513F54}"/>
              </a:ext>
            </a:extLst>
          </p:cNvPr>
          <p:cNvSpPr/>
          <p:nvPr/>
        </p:nvSpPr>
        <p:spPr>
          <a:xfrm>
            <a:off x="10195560" y="342899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4F56FF9A-FC21-EC75-9156-8140438E33F9}"/>
              </a:ext>
            </a:extLst>
          </p:cNvPr>
          <p:cNvSpPr/>
          <p:nvPr/>
        </p:nvSpPr>
        <p:spPr>
          <a:xfrm>
            <a:off x="10195560" y="34289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</a:t>
            </a:r>
            <a:endParaRPr lang="en-US" sz="1800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91452FAB-05AA-92B5-FE6B-605C381DC76D}"/>
              </a:ext>
            </a:extLst>
          </p:cNvPr>
          <p:cNvSpPr/>
          <p:nvPr/>
        </p:nvSpPr>
        <p:spPr>
          <a:xfrm>
            <a:off x="429768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FA04A10F-1C41-6EB4-B970-E71E7F84FA97}"/>
              </a:ext>
            </a:extLst>
          </p:cNvPr>
          <p:cNvSpPr/>
          <p:nvPr/>
        </p:nvSpPr>
        <p:spPr>
          <a:xfrm>
            <a:off x="617220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A88C19E7-4D2B-94F1-FF81-EE9013E4015E}"/>
              </a:ext>
            </a:extLst>
          </p:cNvPr>
          <p:cNvSpPr/>
          <p:nvPr/>
        </p:nvSpPr>
        <p:spPr>
          <a:xfrm>
            <a:off x="804672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8A3EA389-5F64-23D5-869E-E416AF308F4C}"/>
              </a:ext>
            </a:extLst>
          </p:cNvPr>
          <p:cNvSpPr/>
          <p:nvPr/>
        </p:nvSpPr>
        <p:spPr>
          <a:xfrm>
            <a:off x="9921240" y="397763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B8DB554C-D039-62EE-27C1-4B9E5373408D}"/>
              </a:ext>
            </a:extLst>
          </p:cNvPr>
          <p:cNvSpPr/>
          <p:nvPr/>
        </p:nvSpPr>
        <p:spPr>
          <a:xfrm>
            <a:off x="3017519" y="361188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dirty="0" err="1">
                <a:solidFill>
                  <a:schemeClr val="bg1"/>
                </a:solidFill>
                <a:latin typeface="Calibri"/>
              </a:rPr>
              <a:t>Préparer</a:t>
            </a:r>
            <a:br>
              <a:rPr lang="fr-FR" sz="1200" dirty="0">
                <a:solidFill>
                  <a:schemeClr val="bg1"/>
                </a:solidFill>
                <a:latin typeface="Calibri"/>
              </a:rPr>
            </a:br>
            <a:r>
              <a:rPr lang="fr-FR" sz="1200" dirty="0">
                <a:solidFill>
                  <a:schemeClr val="bg1"/>
                </a:solidFill>
                <a:latin typeface="Calibri"/>
              </a:rPr>
              <a:t>le contact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D5E87288-993F-4335-3BD1-BCD97D8D2815}"/>
              </a:ext>
            </a:extLst>
          </p:cNvPr>
          <p:cNvSpPr/>
          <p:nvPr/>
        </p:nvSpPr>
        <p:spPr>
          <a:xfrm>
            <a:off x="4892039" y="359947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Choisir son angle d’entrée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448EAE89-C9BA-ABC8-E4F7-2EC356F1AE51}"/>
              </a:ext>
            </a:extLst>
          </p:cNvPr>
          <p:cNvSpPr/>
          <p:nvPr/>
        </p:nvSpPr>
        <p:spPr>
          <a:xfrm>
            <a:off x="6755926" y="358989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Conduire le 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1</a:t>
            </a:r>
            <a:r>
              <a:rPr lang="fr-FR" sz="1200" baseline="30000" dirty="0">
                <a:solidFill>
                  <a:schemeClr val="bg1"/>
                </a:solidFill>
              </a:rPr>
              <a:t>er</a:t>
            </a:r>
            <a:r>
              <a:rPr lang="fr-FR" sz="1200" dirty="0">
                <a:solidFill>
                  <a:schemeClr val="bg1"/>
                </a:solidFill>
              </a:rPr>
              <a:t> échange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F981EB3A-EA18-A8DB-8D55-23FD1D3419A3}"/>
              </a:ext>
            </a:extLst>
          </p:cNvPr>
          <p:cNvSpPr/>
          <p:nvPr/>
        </p:nvSpPr>
        <p:spPr>
          <a:xfrm>
            <a:off x="8641077" y="341798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Conclure par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un 1</a:t>
            </a:r>
            <a:r>
              <a:rPr lang="fr-FR" sz="1200" baseline="30000" dirty="0">
                <a:solidFill>
                  <a:schemeClr val="bg1"/>
                </a:solidFill>
              </a:rPr>
              <a:t>er</a:t>
            </a:r>
            <a:r>
              <a:rPr lang="fr-FR" sz="1200" dirty="0">
                <a:solidFill>
                  <a:schemeClr val="bg1"/>
                </a:solidFill>
              </a:rPr>
              <a:t> pas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3122A5B5-7052-6D20-E2E3-611624C20A73}"/>
              </a:ext>
            </a:extLst>
          </p:cNvPr>
          <p:cNvSpPr/>
          <p:nvPr/>
        </p:nvSpPr>
        <p:spPr>
          <a:xfrm>
            <a:off x="10515599" y="346619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Qualifier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et tracer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9B7C2F-BA7F-BD0D-CCB2-7387FDE84A95}"/>
              </a:ext>
            </a:extLst>
          </p:cNvPr>
          <p:cNvSpPr/>
          <p:nvPr/>
        </p:nvSpPr>
        <p:spPr>
          <a:xfrm>
            <a:off x="411480" y="1211579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dirty="0">
                <a:solidFill>
                  <a:srgbClr val="E8742A"/>
                </a:solidFill>
              </a:rPr>
              <a:t>Une bonne conclusion = une action + un responsable + </a:t>
            </a:r>
            <a:r>
              <a:rPr lang="fr-FR" sz="1600">
                <a:solidFill>
                  <a:srgbClr val="E8742A"/>
                </a:solidFill>
              </a:rPr>
              <a:t>une échéance</a:t>
            </a:r>
            <a:endParaRPr lang="fr-FR" sz="1600" dirty="0"/>
          </a:p>
        </p:txBody>
      </p:sp>
      <p:sp>
        <p:nvSpPr>
          <p:cNvPr id="6" name="Text 24">
            <a:extLst>
              <a:ext uri="{FF2B5EF4-FFF2-40B4-BE49-F238E27FC236}">
                <a16:creationId xmlns:a16="http://schemas.microsoft.com/office/drawing/2014/main" id="{DCAC3ECC-64A7-82DE-2B21-BA48DDD74201}"/>
              </a:ext>
            </a:extLst>
          </p:cNvPr>
          <p:cNvSpPr/>
          <p:nvPr/>
        </p:nvSpPr>
        <p:spPr>
          <a:xfrm>
            <a:off x="411480" y="1568723"/>
            <a:ext cx="1136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dirty="0">
                <a:solidFill>
                  <a:srgbClr val="5A6070"/>
                </a:solidFill>
              </a:rPr>
              <a:t>L'objectif du premier échange n'est pas de conclure un partenariat, mais d'obtenir une suite claire</a:t>
            </a:r>
            <a:endParaRPr lang="fr-FR"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7DE013E-8D2E-EEE5-152E-1C3E6822FF20}"/>
              </a:ext>
            </a:extLst>
          </p:cNvPr>
          <p:cNvSpPr/>
          <p:nvPr/>
        </p:nvSpPr>
        <p:spPr>
          <a:xfrm>
            <a:off x="523122" y="20725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F684E2D-2B98-9494-C17C-C087F2B4AB58}"/>
              </a:ext>
            </a:extLst>
          </p:cNvPr>
          <p:cNvSpPr/>
          <p:nvPr/>
        </p:nvSpPr>
        <p:spPr>
          <a:xfrm>
            <a:off x="523122" y="2072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317D207-CC91-5360-874A-8E1B7688349D}"/>
              </a:ext>
            </a:extLst>
          </p:cNvPr>
          <p:cNvSpPr/>
          <p:nvPr/>
        </p:nvSpPr>
        <p:spPr>
          <a:xfrm>
            <a:off x="1117482" y="20176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600" b="1" dirty="0">
                <a:solidFill>
                  <a:srgbClr val="1B3F6E"/>
                </a:solidFill>
              </a:rPr>
              <a:t>Reformuler l'intérêt identifié</a:t>
            </a:r>
            <a:endParaRPr lang="fr-FR" sz="16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F73853C6-2D6D-D1C3-182D-91DCCADFEF99}"/>
              </a:ext>
            </a:extLst>
          </p:cNvPr>
          <p:cNvSpPr/>
          <p:nvPr/>
        </p:nvSpPr>
        <p:spPr>
          <a:xfrm>
            <a:off x="1117482" y="2261762"/>
            <a:ext cx="108154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>
                <a:solidFill>
                  <a:srgbClr val="1A1A2E"/>
                </a:solidFill>
              </a:rPr>
              <a:t>« Si je résume, le sujet qui vous intéresse le plus est… »</a:t>
            </a:r>
            <a:endParaRPr lang="fr-FR" sz="14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B3A82122-BD19-3436-6B44-DDE5EEA7D8D8}"/>
              </a:ext>
            </a:extLst>
          </p:cNvPr>
          <p:cNvSpPr/>
          <p:nvPr/>
        </p:nvSpPr>
        <p:spPr>
          <a:xfrm>
            <a:off x="523122" y="2822308"/>
            <a:ext cx="11232000" cy="0"/>
          </a:xfrm>
          <a:prstGeom prst="line">
            <a:avLst/>
          </a:prstGeom>
          <a:noFill/>
          <a:ln w="635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7EF18756-97FE-579C-210E-A6E0B8CFE09C}"/>
              </a:ext>
            </a:extLst>
          </p:cNvPr>
          <p:cNvSpPr/>
          <p:nvPr/>
        </p:nvSpPr>
        <p:spPr>
          <a:xfrm>
            <a:off x="523122" y="29869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7AF0B73B-C6F3-499D-049E-1D6C180E78CD}"/>
              </a:ext>
            </a:extLst>
          </p:cNvPr>
          <p:cNvSpPr/>
          <p:nvPr/>
        </p:nvSpPr>
        <p:spPr>
          <a:xfrm>
            <a:off x="523122" y="2986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5F373E8A-C48A-838F-6502-CAA475C65B13}"/>
              </a:ext>
            </a:extLst>
          </p:cNvPr>
          <p:cNvSpPr/>
          <p:nvPr/>
        </p:nvSpPr>
        <p:spPr>
          <a:xfrm>
            <a:off x="1117482" y="29320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600" b="1" dirty="0">
                <a:solidFill>
                  <a:srgbClr val="1B3F6E"/>
                </a:solidFill>
              </a:rPr>
              <a:t>Proposer une seule action concrète</a:t>
            </a:r>
            <a:endParaRPr lang="fr-FR" sz="16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6B1E89D4-34A1-74DE-F8E4-5730D32689F3}"/>
              </a:ext>
            </a:extLst>
          </p:cNvPr>
          <p:cNvSpPr/>
          <p:nvPr/>
        </p:nvSpPr>
        <p:spPr>
          <a:xfrm>
            <a:off x="1117482" y="3176162"/>
            <a:ext cx="108154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>
                <a:solidFill>
                  <a:srgbClr val="1A1A2E"/>
                </a:solidFill>
              </a:rPr>
              <a:t>Une intervention, un relais d'information, une mise en relation ou un pilote</a:t>
            </a:r>
            <a:endParaRPr lang="fr-FR" sz="14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4C93E5EA-FEC1-23AF-49BD-15408163369B}"/>
              </a:ext>
            </a:extLst>
          </p:cNvPr>
          <p:cNvSpPr/>
          <p:nvPr/>
        </p:nvSpPr>
        <p:spPr>
          <a:xfrm>
            <a:off x="523122" y="3736708"/>
            <a:ext cx="11232000" cy="0"/>
          </a:xfrm>
          <a:prstGeom prst="line">
            <a:avLst/>
          </a:prstGeom>
          <a:noFill/>
          <a:ln w="635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3AC14EE1-31DE-99DD-06A2-BD1342BBC145}"/>
              </a:ext>
            </a:extLst>
          </p:cNvPr>
          <p:cNvSpPr/>
          <p:nvPr/>
        </p:nvSpPr>
        <p:spPr>
          <a:xfrm>
            <a:off x="523122" y="39013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456ADE0E-12B9-3989-72A5-D3C0D639526F}"/>
              </a:ext>
            </a:extLst>
          </p:cNvPr>
          <p:cNvSpPr/>
          <p:nvPr/>
        </p:nvSpPr>
        <p:spPr>
          <a:xfrm>
            <a:off x="523122" y="3901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DCF3C073-84B6-B59F-B464-8F33A7A9E7A2}"/>
              </a:ext>
            </a:extLst>
          </p:cNvPr>
          <p:cNvSpPr/>
          <p:nvPr/>
        </p:nvSpPr>
        <p:spPr>
          <a:xfrm>
            <a:off x="1117482" y="38464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600" b="1" dirty="0">
                <a:solidFill>
                  <a:srgbClr val="1B3F6E"/>
                </a:solidFill>
              </a:rPr>
              <a:t>Réduire l'engagement demandé</a:t>
            </a:r>
            <a:endParaRPr lang="fr-FR" sz="160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513EF2E1-A500-C464-ADB3-A84F71B2387F}"/>
              </a:ext>
            </a:extLst>
          </p:cNvPr>
          <p:cNvSpPr/>
          <p:nvPr/>
        </p:nvSpPr>
        <p:spPr>
          <a:xfrm>
            <a:off x="1117482" y="4090562"/>
            <a:ext cx="108154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>
                <a:solidFill>
                  <a:srgbClr val="1A1A2E"/>
                </a:solidFill>
              </a:rPr>
              <a:t>Un événement, une newsletter, 2 ou 3 entreprises : une 1</a:t>
            </a:r>
            <a:r>
              <a:rPr lang="fr-FR" sz="1400" baseline="30000" dirty="0">
                <a:solidFill>
                  <a:srgbClr val="1A1A2E"/>
                </a:solidFill>
              </a:rPr>
              <a:t>ère</a:t>
            </a:r>
            <a:r>
              <a:rPr lang="fr-FR" sz="1400" dirty="0">
                <a:solidFill>
                  <a:srgbClr val="1A1A2E"/>
                </a:solidFill>
              </a:rPr>
              <a:t> étape facile à tester</a:t>
            </a:r>
            <a:endParaRPr lang="fr-FR" sz="1400" dirty="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8C4BE42B-DB71-7C60-9E64-3F80669A4685}"/>
              </a:ext>
            </a:extLst>
          </p:cNvPr>
          <p:cNvSpPr/>
          <p:nvPr/>
        </p:nvSpPr>
        <p:spPr>
          <a:xfrm>
            <a:off x="523122" y="4651108"/>
            <a:ext cx="11232000" cy="0"/>
          </a:xfrm>
          <a:prstGeom prst="line">
            <a:avLst/>
          </a:prstGeom>
          <a:noFill/>
          <a:ln w="635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E7D6CC76-574E-84D9-E20E-8A530E646C8E}"/>
              </a:ext>
            </a:extLst>
          </p:cNvPr>
          <p:cNvSpPr/>
          <p:nvPr/>
        </p:nvSpPr>
        <p:spPr>
          <a:xfrm>
            <a:off x="523122" y="48157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29D8DC15-4B60-76BB-89DE-33075CE9B824}"/>
              </a:ext>
            </a:extLst>
          </p:cNvPr>
          <p:cNvSpPr/>
          <p:nvPr/>
        </p:nvSpPr>
        <p:spPr>
          <a:xfrm>
            <a:off x="523122" y="4815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C6905732-E10F-B0B4-070B-1D930A639868}"/>
              </a:ext>
            </a:extLst>
          </p:cNvPr>
          <p:cNvSpPr/>
          <p:nvPr/>
        </p:nvSpPr>
        <p:spPr>
          <a:xfrm>
            <a:off x="1117482" y="47608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600" b="1" dirty="0">
                <a:solidFill>
                  <a:srgbClr val="1B3F6E"/>
                </a:solidFill>
              </a:rPr>
              <a:t>Fixer qui fait quoi</a:t>
            </a:r>
            <a:endParaRPr lang="fr-FR" sz="16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7DAD3B44-8346-912A-1FD7-E5725E0BB3C5}"/>
              </a:ext>
            </a:extLst>
          </p:cNvPr>
          <p:cNvSpPr/>
          <p:nvPr/>
        </p:nvSpPr>
        <p:spPr>
          <a:xfrm>
            <a:off x="1117482" y="5004962"/>
            <a:ext cx="108154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>
                <a:solidFill>
                  <a:srgbClr val="1A1A2E"/>
                </a:solidFill>
              </a:rPr>
              <a:t>P&amp;C ? L'acteur ? Les deux ? Évitez les formulations vagues du type « on se recontacte »</a:t>
            </a:r>
            <a:endParaRPr lang="fr-FR" sz="1400" dirty="0"/>
          </a:p>
        </p:txBody>
      </p:sp>
      <p:sp>
        <p:nvSpPr>
          <p:cNvPr id="64" name="Shape 24">
            <a:extLst>
              <a:ext uri="{FF2B5EF4-FFF2-40B4-BE49-F238E27FC236}">
                <a16:creationId xmlns:a16="http://schemas.microsoft.com/office/drawing/2014/main" id="{FB0AF3CA-A0D5-1299-7355-7077CEBDBB50}"/>
              </a:ext>
            </a:extLst>
          </p:cNvPr>
          <p:cNvSpPr/>
          <p:nvPr/>
        </p:nvSpPr>
        <p:spPr>
          <a:xfrm>
            <a:off x="523122" y="5565508"/>
            <a:ext cx="11232000" cy="0"/>
          </a:xfrm>
          <a:prstGeom prst="line">
            <a:avLst/>
          </a:prstGeom>
          <a:noFill/>
          <a:ln w="6350">
            <a:solidFill>
              <a:srgbClr val="D0D9E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25">
            <a:extLst>
              <a:ext uri="{FF2B5EF4-FFF2-40B4-BE49-F238E27FC236}">
                <a16:creationId xmlns:a16="http://schemas.microsoft.com/office/drawing/2014/main" id="{07B3F6F4-B478-6334-E5CB-17165EC3F434}"/>
              </a:ext>
            </a:extLst>
          </p:cNvPr>
          <p:cNvSpPr/>
          <p:nvPr/>
        </p:nvSpPr>
        <p:spPr>
          <a:xfrm>
            <a:off x="523122" y="57301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AB4D8EE0-7641-D067-DD93-D2766249ADAB}"/>
              </a:ext>
            </a:extLst>
          </p:cNvPr>
          <p:cNvSpPr/>
          <p:nvPr/>
        </p:nvSpPr>
        <p:spPr>
          <a:xfrm>
            <a:off x="523122" y="5730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5" name="Text 27">
            <a:extLst>
              <a:ext uri="{FF2B5EF4-FFF2-40B4-BE49-F238E27FC236}">
                <a16:creationId xmlns:a16="http://schemas.microsoft.com/office/drawing/2014/main" id="{F132D1CC-ABA2-D28B-A391-0D55E5E9A5C2}"/>
              </a:ext>
            </a:extLst>
          </p:cNvPr>
          <p:cNvSpPr/>
          <p:nvPr/>
        </p:nvSpPr>
        <p:spPr>
          <a:xfrm>
            <a:off x="1117482" y="56752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600" b="1" dirty="0">
                <a:solidFill>
                  <a:srgbClr val="1B3F6E"/>
                </a:solidFill>
              </a:rPr>
              <a:t>Donner une échéance</a:t>
            </a:r>
            <a:endParaRPr lang="fr-FR" sz="1600" dirty="0"/>
          </a:p>
        </p:txBody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FEA8C6C6-7083-20EF-A1AC-3A758753F24A}"/>
              </a:ext>
            </a:extLst>
          </p:cNvPr>
          <p:cNvSpPr/>
          <p:nvPr/>
        </p:nvSpPr>
        <p:spPr>
          <a:xfrm>
            <a:off x="1117482" y="5919362"/>
            <a:ext cx="108154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>
                <a:solidFill>
                  <a:srgbClr val="1A1A2E"/>
                </a:solidFill>
              </a:rPr>
              <a:t>Date du prochain échange, envoi attendu ou action à réaliser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308122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E1AB-2AF2-CD3E-EE91-353C05A1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337977-462E-B3A0-6198-D5637AB776F3}"/>
              </a:ext>
            </a:extLst>
          </p:cNvPr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B3F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26074D0-8C1B-34A6-E872-A5218DDAE1FB}"/>
              </a:ext>
            </a:extLst>
          </p:cNvPr>
          <p:cNvSpPr/>
          <p:nvPr/>
        </p:nvSpPr>
        <p:spPr>
          <a:xfrm>
            <a:off x="365760" y="6656832"/>
            <a:ext cx="11430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d'activation des </a:t>
            </a:r>
            <a:r>
              <a:rPr lang="en-US" sz="800" i="1" dirty="0" err="1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</a:t>
            </a:r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relais</a:t>
            </a:r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 </a:t>
            </a:r>
            <a:r>
              <a:rPr lang="en-US" sz="800" i="1" dirty="0" err="1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Passerelles&amp;Compétences</a:t>
            </a:r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800" i="1" dirty="0" err="1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r>
              <a:rPr lang="en-US" sz="8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80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5C254935-7300-FA8E-E252-90ED50A597DA}"/>
              </a:ext>
            </a:extLst>
          </p:cNvPr>
          <p:cNvSpPr/>
          <p:nvPr/>
        </p:nvSpPr>
        <p:spPr>
          <a:xfrm>
            <a:off x="1" y="0"/>
            <a:ext cx="2503966" cy="594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D'ACTIVATION</a:t>
            </a:r>
            <a:endParaRPr lang="en-US" sz="20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3763B4D9-5870-5C03-BF12-7969ED7DD11E}"/>
              </a:ext>
            </a:extLst>
          </p:cNvPr>
          <p:cNvSpPr/>
          <p:nvPr/>
        </p:nvSpPr>
        <p:spPr>
          <a:xfrm>
            <a:off x="1" y="411481"/>
            <a:ext cx="2503966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ACTEURS RELAIS</a:t>
            </a:r>
            <a:endParaRPr lang="en-US" sz="20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9EBB8DBC-5461-02A7-C3C6-C39E7892B155}"/>
              </a:ext>
            </a:extLst>
          </p:cNvPr>
          <p:cNvSpPr/>
          <p:nvPr/>
        </p:nvSpPr>
        <p:spPr>
          <a:xfrm>
            <a:off x="2626242" y="25945"/>
            <a:ext cx="9535278" cy="289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préparer, conduire et exploiter un premier contact</a:t>
            </a:r>
            <a:endParaRPr lang="en-US" sz="160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E846BFAB-2F56-111C-2024-80B4E910C4C3}"/>
              </a:ext>
            </a:extLst>
          </p:cNvPr>
          <p:cNvSpPr/>
          <p:nvPr/>
        </p:nvSpPr>
        <p:spPr>
          <a:xfrm>
            <a:off x="269748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25EEF7E9-F360-7DD6-3F6D-410D89847F1E}"/>
              </a:ext>
            </a:extLst>
          </p:cNvPr>
          <p:cNvSpPr/>
          <p:nvPr/>
        </p:nvSpPr>
        <p:spPr>
          <a:xfrm>
            <a:off x="269748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</a:t>
            </a:r>
            <a:endParaRPr lang="en-US" sz="18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78CDEFA3-F478-3661-1C40-5E14141D2FAA}"/>
              </a:ext>
            </a:extLst>
          </p:cNvPr>
          <p:cNvSpPr/>
          <p:nvPr/>
        </p:nvSpPr>
        <p:spPr>
          <a:xfrm>
            <a:off x="457200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9931AEE6-372E-0B7E-618D-D74F9090346C}"/>
              </a:ext>
            </a:extLst>
          </p:cNvPr>
          <p:cNvSpPr/>
          <p:nvPr/>
        </p:nvSpPr>
        <p:spPr>
          <a:xfrm>
            <a:off x="457200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</a:t>
            </a:r>
            <a:endParaRPr lang="en-US" sz="1800" dirty="0"/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AFDEED17-2D11-6081-3E1E-C4DB6BE84164}"/>
              </a:ext>
            </a:extLst>
          </p:cNvPr>
          <p:cNvSpPr/>
          <p:nvPr/>
        </p:nvSpPr>
        <p:spPr>
          <a:xfrm>
            <a:off x="6446520" y="361188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C4BBF1-8ECD-5074-1095-834A0F013613}"/>
              </a:ext>
            </a:extLst>
          </p:cNvPr>
          <p:cNvSpPr/>
          <p:nvPr/>
        </p:nvSpPr>
        <p:spPr>
          <a:xfrm>
            <a:off x="6446520" y="3611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</a:t>
            </a:r>
            <a:endParaRPr lang="en-US" sz="1800" dirty="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2F9729E7-E0E7-CF25-53C6-E554141D8F4E}"/>
              </a:ext>
            </a:extLst>
          </p:cNvPr>
          <p:cNvSpPr/>
          <p:nvPr/>
        </p:nvSpPr>
        <p:spPr>
          <a:xfrm>
            <a:off x="8321040" y="342899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EB8593EA-49A2-F85F-99C3-B11AF5623E8E}"/>
              </a:ext>
            </a:extLst>
          </p:cNvPr>
          <p:cNvSpPr/>
          <p:nvPr/>
        </p:nvSpPr>
        <p:spPr>
          <a:xfrm>
            <a:off x="8321040" y="34289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</a:t>
            </a:r>
            <a:endParaRPr lang="en-US" sz="180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C0E879BA-A975-E60D-15BC-85A352ABAAE5}"/>
              </a:ext>
            </a:extLst>
          </p:cNvPr>
          <p:cNvSpPr/>
          <p:nvPr/>
        </p:nvSpPr>
        <p:spPr>
          <a:xfrm>
            <a:off x="10195560" y="342899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E874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CFA99C6E-48A4-5B1A-2998-60F40084E759}"/>
              </a:ext>
            </a:extLst>
          </p:cNvPr>
          <p:cNvSpPr/>
          <p:nvPr/>
        </p:nvSpPr>
        <p:spPr>
          <a:xfrm>
            <a:off x="10195560" y="342899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</a:t>
            </a:r>
            <a:endParaRPr lang="en-US" sz="1800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90BA586C-F4C6-E2D7-F002-3348BB3611BF}"/>
              </a:ext>
            </a:extLst>
          </p:cNvPr>
          <p:cNvSpPr/>
          <p:nvPr/>
        </p:nvSpPr>
        <p:spPr>
          <a:xfrm>
            <a:off x="429768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CB3ED30F-AB32-68D8-FD68-F2603BC8AB61}"/>
              </a:ext>
            </a:extLst>
          </p:cNvPr>
          <p:cNvSpPr/>
          <p:nvPr/>
        </p:nvSpPr>
        <p:spPr>
          <a:xfrm>
            <a:off x="617220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7271A0A3-47C4-BFB3-00EE-4FD77F532EE5}"/>
              </a:ext>
            </a:extLst>
          </p:cNvPr>
          <p:cNvSpPr/>
          <p:nvPr/>
        </p:nvSpPr>
        <p:spPr>
          <a:xfrm>
            <a:off x="8046720" y="4160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63AD71DE-7572-5855-FEEE-CC855EE543E2}"/>
              </a:ext>
            </a:extLst>
          </p:cNvPr>
          <p:cNvSpPr/>
          <p:nvPr/>
        </p:nvSpPr>
        <p:spPr>
          <a:xfrm>
            <a:off x="9921240" y="397763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7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35AF639F-29A8-B97E-981F-908B067AE08E}"/>
              </a:ext>
            </a:extLst>
          </p:cNvPr>
          <p:cNvSpPr/>
          <p:nvPr/>
        </p:nvSpPr>
        <p:spPr>
          <a:xfrm>
            <a:off x="3017519" y="361188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200" dirty="0" err="1">
                <a:solidFill>
                  <a:schemeClr val="bg1"/>
                </a:solidFill>
                <a:latin typeface="Calibri"/>
              </a:rPr>
              <a:t>Préparer</a:t>
            </a:r>
            <a:br>
              <a:rPr lang="fr-FR" sz="1200" dirty="0">
                <a:solidFill>
                  <a:schemeClr val="bg1"/>
                </a:solidFill>
                <a:latin typeface="Calibri"/>
              </a:rPr>
            </a:br>
            <a:r>
              <a:rPr lang="fr-FR" sz="1200" dirty="0">
                <a:solidFill>
                  <a:schemeClr val="bg1"/>
                </a:solidFill>
                <a:latin typeface="Calibri"/>
              </a:rPr>
              <a:t>le contact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63C27366-3B02-C577-93DD-8E6B68118156}"/>
              </a:ext>
            </a:extLst>
          </p:cNvPr>
          <p:cNvSpPr/>
          <p:nvPr/>
        </p:nvSpPr>
        <p:spPr>
          <a:xfrm>
            <a:off x="4892039" y="359947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Choisir son angle d’entrée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3C418E18-8B24-289F-9295-3DEC3780931F}"/>
              </a:ext>
            </a:extLst>
          </p:cNvPr>
          <p:cNvSpPr/>
          <p:nvPr/>
        </p:nvSpPr>
        <p:spPr>
          <a:xfrm>
            <a:off x="6755926" y="358989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Conduire le 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1</a:t>
            </a:r>
            <a:r>
              <a:rPr lang="fr-FR" sz="1200" baseline="30000" dirty="0">
                <a:solidFill>
                  <a:schemeClr val="bg1"/>
                </a:solidFill>
              </a:rPr>
              <a:t>er</a:t>
            </a:r>
            <a:r>
              <a:rPr lang="fr-FR" sz="1200" dirty="0">
                <a:solidFill>
                  <a:schemeClr val="bg1"/>
                </a:solidFill>
              </a:rPr>
              <a:t> échange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045BE4C0-2357-D9C8-D9BB-88BEB196BC17}"/>
              </a:ext>
            </a:extLst>
          </p:cNvPr>
          <p:cNvSpPr/>
          <p:nvPr/>
        </p:nvSpPr>
        <p:spPr>
          <a:xfrm>
            <a:off x="8641077" y="341798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Conclure par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un 1</a:t>
            </a:r>
            <a:r>
              <a:rPr lang="fr-FR" sz="1200" baseline="30000" dirty="0">
                <a:solidFill>
                  <a:schemeClr val="bg1"/>
                </a:solidFill>
              </a:rPr>
              <a:t>er</a:t>
            </a:r>
            <a:r>
              <a:rPr lang="fr-FR" sz="1200" dirty="0">
                <a:solidFill>
                  <a:schemeClr val="bg1"/>
                </a:solidFill>
              </a:rPr>
              <a:t> pas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8A121F8B-4AA3-B537-4232-4E2BA97A49AD}"/>
              </a:ext>
            </a:extLst>
          </p:cNvPr>
          <p:cNvSpPr/>
          <p:nvPr/>
        </p:nvSpPr>
        <p:spPr>
          <a:xfrm>
            <a:off x="10515599" y="346619"/>
            <a:ext cx="14173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>
                <a:solidFill>
                  <a:schemeClr val="bg1"/>
                </a:solidFill>
              </a:rPr>
              <a:t>Qualifier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et tracer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E9FF9E-09CB-7A40-152E-B27FBFA00630}"/>
              </a:ext>
            </a:extLst>
          </p:cNvPr>
          <p:cNvSpPr/>
          <p:nvPr/>
        </p:nvSpPr>
        <p:spPr>
          <a:xfrm>
            <a:off x="411480" y="1211579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dirty="0">
                <a:solidFill>
                  <a:srgbClr val="E8742A"/>
                </a:solidFill>
              </a:rPr>
              <a:t>Tracer la suite immédiatement évite la perte d'information et les doubles contacts</a:t>
            </a:r>
            <a:endParaRPr lang="fr-FR" sz="1600" dirty="0"/>
          </a:p>
        </p:txBody>
      </p:sp>
      <p:sp>
        <p:nvSpPr>
          <p:cNvPr id="6" name="Text 24">
            <a:extLst>
              <a:ext uri="{FF2B5EF4-FFF2-40B4-BE49-F238E27FC236}">
                <a16:creationId xmlns:a16="http://schemas.microsoft.com/office/drawing/2014/main" id="{ECB0BC7D-E235-D8F8-4583-326ECA22A69C}"/>
              </a:ext>
            </a:extLst>
          </p:cNvPr>
          <p:cNvSpPr/>
          <p:nvPr/>
        </p:nvSpPr>
        <p:spPr>
          <a:xfrm>
            <a:off x="411480" y="1568723"/>
            <a:ext cx="1136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dirty="0">
                <a:solidFill>
                  <a:srgbClr val="5A6070"/>
                </a:solidFill>
              </a:rPr>
              <a:t>Après l'échange, mettez à jour la base pendant que l'information est fraîche</a:t>
            </a:r>
            <a:endParaRPr lang="fr-FR" sz="1600" dirty="0"/>
          </a:p>
        </p:txBody>
      </p:sp>
      <p:pic>
        <p:nvPicPr>
          <p:cNvPr id="10" name="Image 9" descr="The image appears to be a structured document or form, possibly a job application or personal information sheet, with sections for personal details, qualifications, contact information, and a list of comments or observations.&#10;&#10;Le contenu généré par l’IA peut être incorrect.">
            <a:extLst>
              <a:ext uri="{FF2B5EF4-FFF2-40B4-BE49-F238E27FC236}">
                <a16:creationId xmlns:a16="http://schemas.microsoft.com/office/drawing/2014/main" id="{0758E610-E9CF-FAE6-AFFF-804CAE7FE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94" y="3674219"/>
            <a:ext cx="7853805" cy="118899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662F4FD7-A0FD-A720-E5A9-15177B4A466C}"/>
              </a:ext>
            </a:extLst>
          </p:cNvPr>
          <p:cNvSpPr/>
          <p:nvPr/>
        </p:nvSpPr>
        <p:spPr>
          <a:xfrm>
            <a:off x="5299590" y="5433570"/>
            <a:ext cx="978196" cy="661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Quel rôle </a:t>
            </a:r>
          </a:p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joue-t-il </a:t>
            </a:r>
          </a:p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réellement ?</a:t>
            </a:r>
          </a:p>
        </p:txBody>
      </p:sp>
      <p:pic>
        <p:nvPicPr>
          <p:cNvPr id="14" name="Image 13" descr="The image displays a document outlining a scheduled interaction with Elena Pastor, including a reminder for a follow-up action.&#10;&#10;Le contenu généré par l’IA peut être incorrect.">
            <a:extLst>
              <a:ext uri="{FF2B5EF4-FFF2-40B4-BE49-F238E27FC236}">
                <a16:creationId xmlns:a16="http://schemas.microsoft.com/office/drawing/2014/main" id="{E52D9DCF-950A-3703-035B-8FE6E8886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028561"/>
            <a:ext cx="3332243" cy="849236"/>
          </a:xfrm>
          <a:prstGeom prst="rect">
            <a:avLst/>
          </a:prstGeom>
        </p:spPr>
      </p:pic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82A36DEC-24A5-0ADD-9E26-15332A8A92C7}"/>
              </a:ext>
            </a:extLst>
          </p:cNvPr>
          <p:cNvSpPr/>
          <p:nvPr/>
        </p:nvSpPr>
        <p:spPr>
          <a:xfrm rot="16200000">
            <a:off x="5649136" y="4966785"/>
            <a:ext cx="279105" cy="375978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9E3D5DB5-5D1F-4139-E905-9CF0CA9B2336}"/>
              </a:ext>
            </a:extLst>
          </p:cNvPr>
          <p:cNvSpPr/>
          <p:nvPr/>
        </p:nvSpPr>
        <p:spPr>
          <a:xfrm rot="5400000">
            <a:off x="6306967" y="3279343"/>
            <a:ext cx="279105" cy="375978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B4774075-EA6B-E45F-776A-2A95BCBD9CA3}"/>
              </a:ext>
            </a:extLst>
          </p:cNvPr>
          <p:cNvSpPr/>
          <p:nvPr/>
        </p:nvSpPr>
        <p:spPr>
          <a:xfrm rot="5400000">
            <a:off x="9856838" y="3640848"/>
            <a:ext cx="279105" cy="375978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1D127418-F1D0-BA77-5F39-5B1AD7B086F9}"/>
              </a:ext>
            </a:extLst>
          </p:cNvPr>
          <p:cNvSpPr/>
          <p:nvPr/>
        </p:nvSpPr>
        <p:spPr>
          <a:xfrm rot="16200000">
            <a:off x="11192552" y="4958567"/>
            <a:ext cx="279105" cy="375978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F6FC2C98-69D3-7A76-C7D6-2EC6D806AA06}"/>
              </a:ext>
            </a:extLst>
          </p:cNvPr>
          <p:cNvSpPr/>
          <p:nvPr/>
        </p:nvSpPr>
        <p:spPr>
          <a:xfrm>
            <a:off x="4514583" y="2321624"/>
            <a:ext cx="978196" cy="87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Allié</a:t>
            </a:r>
          </a:p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Indécis</a:t>
            </a:r>
          </a:p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Indifférent</a:t>
            </a:r>
          </a:p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Opposant</a:t>
            </a: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F77421DE-D103-E01C-596D-1CC96465DC98}"/>
              </a:ext>
            </a:extLst>
          </p:cNvPr>
          <p:cNvSpPr/>
          <p:nvPr/>
        </p:nvSpPr>
        <p:spPr>
          <a:xfrm>
            <a:off x="5957421" y="1947048"/>
            <a:ext cx="978196" cy="1304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Diffuse</a:t>
            </a:r>
          </a:p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Prescrit</a:t>
            </a:r>
          </a:p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Traduit</a:t>
            </a:r>
          </a:p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Facilite</a:t>
            </a:r>
          </a:p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Mobilise</a:t>
            </a:r>
          </a:p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Intègre</a:t>
            </a:r>
          </a:p>
        </p:txBody>
      </p:sp>
      <p:sp>
        <p:nvSpPr>
          <p:cNvPr id="32" name="Flèche : droite 31">
            <a:extLst>
              <a:ext uri="{FF2B5EF4-FFF2-40B4-BE49-F238E27FC236}">
                <a16:creationId xmlns:a16="http://schemas.microsoft.com/office/drawing/2014/main" id="{C76AFEA6-3605-CCD1-E8B5-49E546F1CD3C}"/>
              </a:ext>
            </a:extLst>
          </p:cNvPr>
          <p:cNvSpPr/>
          <p:nvPr/>
        </p:nvSpPr>
        <p:spPr>
          <a:xfrm rot="5400000">
            <a:off x="4864129" y="3245474"/>
            <a:ext cx="279105" cy="375978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E4DB3F6D-CF43-E852-61C0-F26CC8FB8AD4}"/>
              </a:ext>
            </a:extLst>
          </p:cNvPr>
          <p:cNvSpPr/>
          <p:nvPr/>
        </p:nvSpPr>
        <p:spPr>
          <a:xfrm>
            <a:off x="7001540" y="5418488"/>
            <a:ext cx="1228060" cy="107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400" dirty="0">
                <a:solidFill>
                  <a:srgbClr val="1A1A2E"/>
                </a:solidFill>
              </a:rPr>
              <a:t>Action ou engagement pris</a:t>
            </a:r>
            <a:br>
              <a:rPr lang="fr-FR" sz="1400" dirty="0">
                <a:solidFill>
                  <a:srgbClr val="1A1A2E"/>
                </a:solidFill>
              </a:rPr>
            </a:br>
            <a:r>
              <a:rPr lang="fr-FR" sz="1400" dirty="0">
                <a:solidFill>
                  <a:srgbClr val="1A1A2E"/>
                </a:solidFill>
              </a:rPr>
              <a:t>Qu’a-t-il accepté de faire concrètement ?</a:t>
            </a:r>
            <a:endParaRPr lang="fr-FR" sz="14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0" name="Flèche : droite 39">
            <a:extLst>
              <a:ext uri="{FF2B5EF4-FFF2-40B4-BE49-F238E27FC236}">
                <a16:creationId xmlns:a16="http://schemas.microsoft.com/office/drawing/2014/main" id="{D2DB94D1-DCF1-C58F-6DDC-AD81B9FAD209}"/>
              </a:ext>
            </a:extLst>
          </p:cNvPr>
          <p:cNvSpPr/>
          <p:nvPr/>
        </p:nvSpPr>
        <p:spPr>
          <a:xfrm rot="16200000">
            <a:off x="7477820" y="4958568"/>
            <a:ext cx="279105" cy="375978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18693831-A1CB-6826-EC71-2F2F76605E2A}"/>
              </a:ext>
            </a:extLst>
          </p:cNvPr>
          <p:cNvSpPr/>
          <p:nvPr/>
        </p:nvSpPr>
        <p:spPr>
          <a:xfrm>
            <a:off x="9498063" y="3120656"/>
            <a:ext cx="978196" cy="480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Qui fait </a:t>
            </a:r>
            <a:br>
              <a:rPr lang="fr-FR" sz="1400" dirty="0">
                <a:solidFill>
                  <a:srgbClr val="1A1A2E"/>
                </a:solidFill>
                <a:latin typeface="Calibri"/>
              </a:rPr>
            </a:br>
            <a:r>
              <a:rPr lang="fr-FR" sz="1400" dirty="0">
                <a:solidFill>
                  <a:srgbClr val="1A1A2E"/>
                </a:solidFill>
                <a:latin typeface="Calibri"/>
              </a:rPr>
              <a:t>quoi ?</a:t>
            </a:r>
          </a:p>
        </p:txBody>
      </p:sp>
      <p:sp>
        <p:nvSpPr>
          <p:cNvPr id="48" name="Flèche : droite 47">
            <a:extLst>
              <a:ext uri="{FF2B5EF4-FFF2-40B4-BE49-F238E27FC236}">
                <a16:creationId xmlns:a16="http://schemas.microsoft.com/office/drawing/2014/main" id="{2B346579-329F-2AA9-8657-A2B0721E08FE}"/>
              </a:ext>
            </a:extLst>
          </p:cNvPr>
          <p:cNvSpPr/>
          <p:nvPr/>
        </p:nvSpPr>
        <p:spPr>
          <a:xfrm rot="5400000">
            <a:off x="10524695" y="3626328"/>
            <a:ext cx="279105" cy="375978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C94D4565-A0CF-DDED-260C-2F5A27D9CFD8}"/>
              </a:ext>
            </a:extLst>
          </p:cNvPr>
          <p:cNvSpPr/>
          <p:nvPr/>
        </p:nvSpPr>
        <p:spPr>
          <a:xfrm>
            <a:off x="10165920" y="3354019"/>
            <a:ext cx="978196" cy="232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Quand ?</a:t>
            </a:r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5415AB96-22BC-92F3-753D-418FD8FCE3E7}"/>
              </a:ext>
            </a:extLst>
          </p:cNvPr>
          <p:cNvSpPr/>
          <p:nvPr/>
        </p:nvSpPr>
        <p:spPr>
          <a:xfrm>
            <a:off x="10843006" y="5379811"/>
            <a:ext cx="978196" cy="84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dirty="0">
                <a:solidFill>
                  <a:srgbClr val="1A1A2E"/>
                </a:solidFill>
                <a:latin typeface="Calibri"/>
              </a:rPr>
              <a:t>Relancer</a:t>
            </a:r>
            <a:br>
              <a:rPr lang="fr-FR" sz="1400" dirty="0">
                <a:solidFill>
                  <a:srgbClr val="1A1A2E"/>
                </a:solidFill>
                <a:latin typeface="Calibri"/>
              </a:rPr>
            </a:br>
            <a:r>
              <a:rPr lang="fr-FR" sz="1400" dirty="0">
                <a:solidFill>
                  <a:srgbClr val="1A1A2E"/>
                </a:solidFill>
                <a:latin typeface="Calibri"/>
              </a:rPr>
              <a:t>Vérifier l’avancement</a:t>
            </a:r>
            <a:br>
              <a:rPr lang="fr-FR" sz="1400" dirty="0">
                <a:solidFill>
                  <a:srgbClr val="1A1A2E"/>
                </a:solidFill>
                <a:latin typeface="Calibri"/>
              </a:rPr>
            </a:br>
            <a:r>
              <a:rPr lang="fr-FR" sz="1400" dirty="0">
                <a:solidFill>
                  <a:srgbClr val="1A1A2E"/>
                </a:solidFill>
                <a:latin typeface="Calibri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76801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1020</Words>
  <Application>Microsoft Office PowerPoint</Application>
  <PresentationFormat>Grand écran</PresentationFormat>
  <Paragraphs>213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Pierre Francois ITEL</cp:lastModifiedBy>
  <cp:revision>1</cp:revision>
  <dcterms:created xsi:type="dcterms:W3CDTF">2026-08-17T10:58:53Z</dcterms:created>
  <dcterms:modified xsi:type="dcterms:W3CDTF">2026-09-04T12:28:04Z</dcterms:modified>
</cp:coreProperties>
</file>